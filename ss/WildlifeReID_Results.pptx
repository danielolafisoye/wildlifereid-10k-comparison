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5757264e014d9a" /><Relationship Type="http://schemas.openxmlformats.org/officeDocument/2006/relationships/extended-properties" Target="/docProps/app.xml" Id="R0f69e33c782e4905" /><Relationship Type="http://schemas.openxmlformats.org/officeDocument/2006/relationships/officeDocument" Target="/ppt/presentation.xml" Id="Rc17bb87d57f042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02d52ce07c4de8"/>
  </p:sldMasterIdLst>
  <p:notesMasterIdLst>
    <p:notesMasterId xmlns:r="http://schemas.openxmlformats.org/officeDocument/2006/relationships" r:id="Rc4cb1003188a45f8"/>
  </p:notesMasterIdLst>
  <p:sldIdLst>
    <p:sldId xmlns:r="http://schemas.openxmlformats.org/officeDocument/2006/relationships" id="256" r:id="R188792d797834de5"/>
    <p:sldId xmlns:r="http://schemas.openxmlformats.org/officeDocument/2006/relationships" id="257" r:id="R92a2a3d98ae243c2"/>
    <p:sldId xmlns:r="http://schemas.openxmlformats.org/officeDocument/2006/relationships" id="258" r:id="R88ea700178334bf1"/>
    <p:sldId xmlns:r="http://schemas.openxmlformats.org/officeDocument/2006/relationships" id="259" r:id="Raec67dd9bef245d3"/>
    <p:sldId xmlns:r="http://schemas.openxmlformats.org/officeDocument/2006/relationships" id="260" r:id="R7f8cef77ba69460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14e49269a4488b" /><Relationship Type="http://schemas.openxmlformats.org/officeDocument/2006/relationships/slideMaster" Target="/ppt/slideMasters/slideMaster1.xml" Id="Rbc02d52ce07c4de8" /><Relationship Type="http://schemas.openxmlformats.org/officeDocument/2006/relationships/notesMaster" Target="/ppt/notesMasters/notesMaster1.xml" Id="Rc4cb1003188a45f8" /><Relationship Type="http://schemas.openxmlformats.org/officeDocument/2006/relationships/presProps" Target="/ppt/presProps.xml" Id="Rf5912d1ab4654370" /><Relationship Type="http://schemas.openxmlformats.org/officeDocument/2006/relationships/tableStyles" Target="/ppt/tableStyles.xml" Id="R60d59dac34ab46d5" /><Relationship Type="http://schemas.openxmlformats.org/officeDocument/2006/relationships/slide" Target="/ppt/slides/slide1.xml" Id="R188792d797834de5" /><Relationship Type="http://schemas.openxmlformats.org/officeDocument/2006/relationships/slide" Target="/ppt/slides/slide2.xml" Id="R92a2a3d98ae243c2" /><Relationship Type="http://schemas.openxmlformats.org/officeDocument/2006/relationships/slide" Target="/ppt/slides/slide3.xml" Id="R88ea700178334bf1" /><Relationship Type="http://schemas.openxmlformats.org/officeDocument/2006/relationships/slide" Target="/ppt/slides/slide4.xml" Id="Raec67dd9bef245d3" /><Relationship Type="http://schemas.openxmlformats.org/officeDocument/2006/relationships/slide" Target="/ppt/slides/slide5.xml" Id="R7f8cef77ba6946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cb6ae8bf8db4c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b28396947d46f4" /><Relationship Type="http://schemas.openxmlformats.org/officeDocument/2006/relationships/notesMaster" Target="/ppt/notesMasters/notesMaster1.xml" Id="R6b7f2b2285fa4d3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ff15c809c949eb" /><Relationship Type="http://schemas.openxmlformats.org/officeDocument/2006/relationships/notesMaster" Target="/ppt/notesMasters/notesMaster1.xml" Id="R52a6aa273cb94d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e411c1d43be4ce8" /><Relationship Type="http://schemas.openxmlformats.org/officeDocument/2006/relationships/notesMaster" Target="/ppt/notesMasters/notesMaster1.xml" Id="R2b87180511164d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db204d598bf4165" /><Relationship Type="http://schemas.openxmlformats.org/officeDocument/2006/relationships/notesMaster" Target="/ppt/notesMasters/notesMaster1.xml" Id="R6f92a0c5a16941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eb7e88d0a9e4f21" /><Relationship Type="http://schemas.openxmlformats.org/officeDocument/2006/relationships/notesMaster" Target="/ppt/notesMasters/notesMaster1.xml" Id="R092e4b98702542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src/models/comparison_results.json and src/models/comparison_predictions.csv. Both files were generated by src/models/evaluate_comparison.py from the existing saved checkpoints.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src/models/comparison_results.json and src/models/comparison_predictions.csv. Both files were generated by src/models/evaluate_comparison.py from the existing saved checkpoints.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src/models/comparison_results.json and src/models/comparison_predictions.csv. Both files were generated by src/models/evaluate_comparison.py from the existing saved checkpoints.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src/models/comparison_results.json and src/models/comparison_predictions.csv. Both files were generated by src/models/evaluate_comparison.py from the existing saved checkpoints.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src/models/comparison_results.json and src/models/comparison_predictions.csv. Both files were generated by src/models/evaluate_comparison.py from the existing saved checkpoints.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a6f3924b7f454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13d001ba2f490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eb334bb8f848d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444828492c432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5712900af94b9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6450a9aa5244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8DEB881-C19F-43B2-A7F5-6DA89D2780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DA3EBE3-C04E-4E68-9FBF-F440478B538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BADBA3A-B1D8-4431-8F2C-9828A0BA1A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BA63132-91CD-439A-BD0C-554C4D73AC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A462CAD-FAE1-41A9-A48B-AE4300B475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EBF36F3-9CF5-45AB-8A62-AC491D7D10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E3C7269-C287-4548-90F2-CEBE4C20F6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3A2173C-AF9A-413D-9B52-479A3B27FE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8D0FEFD-44BD-4FFE-BC4C-3CDE566273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B8AE8A8-AFBF-4DA9-90BB-048249646E9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43799d047e40ff" /><Relationship Type="http://schemas.openxmlformats.org/officeDocument/2006/relationships/slideLayout" Target="/ppt/slideLayouts/slideLayout1.xml" Id="R95193014a4c04def" /><Relationship Type="http://schemas.openxmlformats.org/officeDocument/2006/relationships/slideLayout" Target="/ppt/slideLayouts/slideLayout2.xml" Id="R1ca18198b5144e63" /><Relationship Type="http://schemas.openxmlformats.org/officeDocument/2006/relationships/slideLayout" Target="/ppt/slideLayouts/slideLayout3.xml" Id="R06961c240062467d" /><Relationship Type="http://schemas.openxmlformats.org/officeDocument/2006/relationships/slideLayout" Target="/ppt/slideLayouts/slideLayout4.xml" Id="R13eb662f83af4621" /><Relationship Type="http://schemas.openxmlformats.org/officeDocument/2006/relationships/slideLayout" Target="/ppt/slideLayouts/slideLayout5.xml" Id="R106411dbdc8b4177" /><Relationship Type="http://schemas.openxmlformats.org/officeDocument/2006/relationships/slideLayout" Target="/ppt/slideLayouts/slideLayout6.xml" Id="Raef17fb9af974b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193014a4c04def"/>
    <p:sldLayoutId xmlns:r="http://schemas.openxmlformats.org/officeDocument/2006/relationships" id="2147483650" r:id="R1ca18198b5144e63"/>
    <p:sldLayoutId xmlns:r="http://schemas.openxmlformats.org/officeDocument/2006/relationships" id="2147483651" r:id="R06961c240062467d"/>
    <p:sldLayoutId xmlns:r="http://schemas.openxmlformats.org/officeDocument/2006/relationships" id="2147483652" r:id="R13eb662f83af4621"/>
    <p:sldLayoutId xmlns:r="http://schemas.openxmlformats.org/officeDocument/2006/relationships" id="2147483653" r:id="R106411dbdc8b4177"/>
    <p:sldLayoutId xmlns:r="http://schemas.openxmlformats.org/officeDocument/2006/relationships" id="2147483654" r:id="Raef17fb9af974b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4873fd466441c5" /><Relationship Type="http://schemas.openxmlformats.org/officeDocument/2006/relationships/notesSlide" Target="/ppt/notesSlides/notesSlide1.xml" Id="R71953397a53347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7a21408cce4d63" /><Relationship Type="http://schemas.openxmlformats.org/officeDocument/2006/relationships/notesSlide" Target="/ppt/notesSlides/notesSlide2.xml" Id="Racf1745c85d34c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27187aa6a04300" /><Relationship Type="http://schemas.openxmlformats.org/officeDocument/2006/relationships/chart" Target="/ppt/slides/charts/chart1.xml" Id="Rc6077cb106d24785" /><Relationship Type="http://schemas.openxmlformats.org/officeDocument/2006/relationships/notesSlide" Target="/ppt/notesSlides/notesSlide3.xml" Id="R176ad532e0464e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8388d623c64db7" /><Relationship Type="http://schemas.openxmlformats.org/officeDocument/2006/relationships/chart" Target="/ppt/slides/charts/chart2.xml" Id="R9ef4db0d8437410c" /><Relationship Type="http://schemas.openxmlformats.org/officeDocument/2006/relationships/notesSlide" Target="/ppt/notesSlides/notesSlide4.xml" Id="R6a747d760d5f487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37592881bc46e3" /><Relationship Type="http://schemas.openxmlformats.org/officeDocument/2006/relationships/chart" Target="/ppt/slides/charts/chart3.xml" Id="R9233ea31d39b4f15" /><Relationship Type="http://schemas.openxmlformats.org/officeDocument/2006/relationships/notesSlide" Target="/ppt/notesSlides/notesSlide5.xml" Id="R6017f27663e24be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ConvNeXt</c:v>
          </c:tx>
          <c:spPr>
            <a:solidFill xmlns:a="http://schemas.openxmlformats.org/drawingml/2006/main">
              <a:srgbClr val="86A89A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Top-1</c:v>
                </c:pt>
                <c:pt idx="1">
                  <c:v>Top-5</c:v>
                </c:pt>
                <c:pt idx="2">
                  <c:v>Open-set AUROC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82.7731</c:v>
                </c:pt>
                <c:pt idx="1">
                  <c:v>97.8992</c:v>
                </c:pt>
                <c:pt idx="2">
                  <c:v>90.8054</c:v>
                </c:pt>
              </c:numCache>
            </c:numRef>
          </c:val>
        </c:ser>
        <c:ser>
          <c:idx val="1"/>
          <c:order val="1"/>
          <c:tx>
            <c:v>MiewID</c:v>
          </c:tx>
          <c:spPr>
            <a:solidFill xmlns:a="http://schemas.openxmlformats.org/drawingml/2006/main">
              <a:srgbClr val="2E7D4F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Top-1</c:v>
                </c:pt>
                <c:pt idx="1">
                  <c:v>Top-5</c:v>
                </c:pt>
                <c:pt idx="2">
                  <c:v>Open-set AUROC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88.2353</c:v>
                </c:pt>
                <c:pt idx="1">
                  <c:v>95.7983</c:v>
                </c:pt>
                <c:pt idx="2">
                  <c:v>95.8645</c:v>
                </c:pt>
              </c:numCache>
            </c:numRef>
          </c:val>
        </c:ser>
        <c:dLbls>
          <c:numFmt formatCode="0.00&quot;%&quot;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F2A24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ED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F2A24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10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ED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>
                    <a:solidFill>
                      <a:srgbClr val="66736B"/>
                    </a:solidFill>
                    <a:latin typeface="Helvetica Neue"/>
                    <a:ea typeface="Helvetica Neue"/>
                    <a:cs typeface="Helvetica Neue"/>
                  </a:rPr>
                  <a:t>Score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66736B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ED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36B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6F7F4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F2A24"/>
              </a:solidFill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solidFill xmlns:a="http://schemas.openxmlformats.org/drawingml/2006/main">
      <a:srgbClr val="F6F7F4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ConvNeXt (0.908)</c:v>
          </c:tx>
          <c:spPr>
            <a:ln xmlns:a="http://schemas.openxmlformats.org/drawingml/2006/main" w="23813">
              <a:solidFill>
                <a:srgbClr val="86A89A"/>
              </a:solidFill>
              <a:prstDash val="solid"/>
            </a:ln>
          </c:spPr>
          <c:marker>
            <c:symbol val="none"/>
            <c:size val="2"/>
            <c:spPr>
              <a:solidFill xmlns:a="http://schemas.openxmlformats.org/drawingml/2006/main">
                <a:srgbClr val="86A89A"/>
              </a:solidFill>
            </c:spPr>
          </c:marker>
          <c:xVal>
            <c:numRef>
              <c:f>'Chart Data'!$A$2:$A$608</c:f>
              <c:numCache>
                <c:formatCode>General</c:formatCode>
                <c:ptCount val="60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0.0042</c:v>
                </c:pt>
                <c:pt idx="9">
                  <c:v>0.0042</c:v>
                </c:pt>
                <c:pt idx="10">
                  <c:v>0.0042</c:v>
                </c:pt>
                <c:pt idx="11">
                  <c:v>0.0042</c:v>
                </c:pt>
                <c:pt idx="12">
                  <c:v>0.0042</c:v>
                </c:pt>
                <c:pt idx="13">
                  <c:v>0.0042</c:v>
                </c:pt>
                <c:pt idx="14">
                  <c:v>0.0042</c:v>
                </c:pt>
                <c:pt idx="15">
                  <c:v>0.0042</c:v>
                </c:pt>
                <c:pt idx="16">
                  <c:v>0.0042</c:v>
                </c:pt>
                <c:pt idx="17">
                  <c:v>0.0042</c:v>
                </c:pt>
                <c:pt idx="18">
                  <c:v>0.0042</c:v>
                </c:pt>
                <c:pt idx="19">
                  <c:v>0.0084</c:v>
                </c:pt>
                <c:pt idx="20">
                  <c:v>0.0084</c:v>
                </c:pt>
                <c:pt idx="21">
                  <c:v>0.0084</c:v>
                </c:pt>
                <c:pt idx="22">
                  <c:v>0.0084</c:v>
                </c:pt>
                <c:pt idx="23">
                  <c:v>0.0084</c:v>
                </c:pt>
                <c:pt idx="24">
                  <c:v>0.0084</c:v>
                </c:pt>
                <c:pt idx="25">
                  <c:v>0.0084</c:v>
                </c:pt>
                <c:pt idx="26">
                  <c:v>0.0084</c:v>
                </c:pt>
                <c:pt idx="27">
                  <c:v>0.0084</c:v>
                </c:pt>
                <c:pt idx="28">
                  <c:v>0.0084</c:v>
                </c:pt>
                <c:pt idx="29">
                  <c:v>0.0084</c:v>
                </c:pt>
                <c:pt idx="30">
                  <c:v>0.0084</c:v>
                </c:pt>
                <c:pt idx="31">
                  <c:v>0.0084</c:v>
                </c:pt>
                <c:pt idx="32">
                  <c:v>0.0084</c:v>
                </c:pt>
                <c:pt idx="33">
                  <c:v>0.0084</c:v>
                </c:pt>
                <c:pt idx="34">
                  <c:v>0.0084</c:v>
                </c:pt>
                <c:pt idx="35">
                  <c:v>0.0084</c:v>
                </c:pt>
                <c:pt idx="36">
                  <c:v>0.0084</c:v>
                </c:pt>
                <c:pt idx="37">
                  <c:v>0.0084</c:v>
                </c:pt>
                <c:pt idx="38">
                  <c:v>0.0084</c:v>
                </c:pt>
                <c:pt idx="39">
                  <c:v>0.0084</c:v>
                </c:pt>
                <c:pt idx="40">
                  <c:v>0.0084</c:v>
                </c:pt>
                <c:pt idx="41">
                  <c:v>0.0084</c:v>
                </c:pt>
                <c:pt idx="42">
                  <c:v>0.0084</c:v>
                </c:pt>
                <c:pt idx="43">
                  <c:v>0.0084</c:v>
                </c:pt>
                <c:pt idx="44">
                  <c:v>0.0126</c:v>
                </c:pt>
                <c:pt idx="45">
                  <c:v>0.0126</c:v>
                </c:pt>
                <c:pt idx="46">
                  <c:v>0.0126</c:v>
                </c:pt>
                <c:pt idx="47">
                  <c:v>0.0126</c:v>
                </c:pt>
                <c:pt idx="48">
                  <c:v>0.0126</c:v>
                </c:pt>
                <c:pt idx="49">
                  <c:v>0.0126</c:v>
                </c:pt>
                <c:pt idx="50">
                  <c:v>0.0126</c:v>
                </c:pt>
                <c:pt idx="51">
                  <c:v>0.0126</c:v>
                </c:pt>
                <c:pt idx="52">
                  <c:v>0.0126</c:v>
                </c:pt>
                <c:pt idx="53">
                  <c:v>0.0126</c:v>
                </c:pt>
                <c:pt idx="54">
                  <c:v>0.0126</c:v>
                </c:pt>
                <c:pt idx="55">
                  <c:v>0.0126</c:v>
                </c:pt>
                <c:pt idx="56">
                  <c:v>0.0126</c:v>
                </c:pt>
                <c:pt idx="57">
                  <c:v>0.0126</c:v>
                </c:pt>
                <c:pt idx="58">
                  <c:v>0.0126</c:v>
                </c:pt>
                <c:pt idx="59">
                  <c:v>0.0126</c:v>
                </c:pt>
                <c:pt idx="60">
                  <c:v>0.0126</c:v>
                </c:pt>
                <c:pt idx="61">
                  <c:v>0.0126</c:v>
                </c:pt>
                <c:pt idx="62">
                  <c:v>0.0126</c:v>
                </c:pt>
                <c:pt idx="63">
                  <c:v>0.0126</c:v>
                </c:pt>
                <c:pt idx="64">
                  <c:v>0.0126</c:v>
                </c:pt>
                <c:pt idx="65">
                  <c:v>0.0126</c:v>
                </c:pt>
                <c:pt idx="66">
                  <c:v>0.0126</c:v>
                </c:pt>
                <c:pt idx="67">
                  <c:v>0.0126</c:v>
                </c:pt>
                <c:pt idx="68">
                  <c:v>0.0126</c:v>
                </c:pt>
                <c:pt idx="69">
                  <c:v>0.0126</c:v>
                </c:pt>
                <c:pt idx="70">
                  <c:v>0.0126</c:v>
                </c:pt>
                <c:pt idx="71">
                  <c:v>0.0126</c:v>
                </c:pt>
                <c:pt idx="72">
                  <c:v>0.0126</c:v>
                </c:pt>
                <c:pt idx="73">
                  <c:v>0.0126</c:v>
                </c:pt>
                <c:pt idx="74">
                  <c:v>0.0126</c:v>
                </c:pt>
                <c:pt idx="75">
                  <c:v>0.0126</c:v>
                </c:pt>
                <c:pt idx="76">
                  <c:v>0.0126</c:v>
                </c:pt>
                <c:pt idx="77">
                  <c:v>0.0126</c:v>
                </c:pt>
                <c:pt idx="78">
                  <c:v>0.0126</c:v>
                </c:pt>
                <c:pt idx="79">
                  <c:v>0.0126</c:v>
                </c:pt>
                <c:pt idx="80">
                  <c:v>0.0168</c:v>
                </c:pt>
                <c:pt idx="81">
                  <c:v>0.0168</c:v>
                </c:pt>
                <c:pt idx="82">
                  <c:v>0.0168</c:v>
                </c:pt>
                <c:pt idx="83">
                  <c:v>0.0168</c:v>
                </c:pt>
                <c:pt idx="84">
                  <c:v>0.0168</c:v>
                </c:pt>
                <c:pt idx="85">
                  <c:v>0.0168</c:v>
                </c:pt>
                <c:pt idx="86">
                  <c:v>0.0168</c:v>
                </c:pt>
                <c:pt idx="87">
                  <c:v>0.0168</c:v>
                </c:pt>
                <c:pt idx="88">
                  <c:v>0.0168</c:v>
                </c:pt>
                <c:pt idx="89">
                  <c:v>0.0168</c:v>
                </c:pt>
                <c:pt idx="90">
                  <c:v>0.021</c:v>
                </c:pt>
                <c:pt idx="91">
                  <c:v>0.021</c:v>
                </c:pt>
                <c:pt idx="92">
                  <c:v>0.021</c:v>
                </c:pt>
                <c:pt idx="93">
                  <c:v>0.021</c:v>
                </c:pt>
                <c:pt idx="94">
                  <c:v>0.021</c:v>
                </c:pt>
                <c:pt idx="95">
                  <c:v>0.021</c:v>
                </c:pt>
                <c:pt idx="96">
                  <c:v>0.021</c:v>
                </c:pt>
                <c:pt idx="97">
                  <c:v>0.021</c:v>
                </c:pt>
                <c:pt idx="98">
                  <c:v>0.021</c:v>
                </c:pt>
                <c:pt idx="99">
                  <c:v>0.021</c:v>
                </c:pt>
                <c:pt idx="100">
                  <c:v>0.021</c:v>
                </c:pt>
                <c:pt idx="101">
                  <c:v>0.021</c:v>
                </c:pt>
                <c:pt idx="102">
                  <c:v>0.021</c:v>
                </c:pt>
                <c:pt idx="103">
                  <c:v>0.021</c:v>
                </c:pt>
                <c:pt idx="104">
                  <c:v>0.021</c:v>
                </c:pt>
                <c:pt idx="105">
                  <c:v>0.021</c:v>
                </c:pt>
                <c:pt idx="106">
                  <c:v>0.021</c:v>
                </c:pt>
                <c:pt idx="107">
                  <c:v>0.021</c:v>
                </c:pt>
                <c:pt idx="108">
                  <c:v>0.021</c:v>
                </c:pt>
                <c:pt idx="109">
                  <c:v>0.021</c:v>
                </c:pt>
                <c:pt idx="110">
                  <c:v>0.021</c:v>
                </c:pt>
                <c:pt idx="111">
                  <c:v>0.021</c:v>
                </c:pt>
                <c:pt idx="112">
                  <c:v>0.021</c:v>
                </c:pt>
                <c:pt idx="113">
                  <c:v>0.021</c:v>
                </c:pt>
                <c:pt idx="114">
                  <c:v>0.021</c:v>
                </c:pt>
                <c:pt idx="115">
                  <c:v>0.021</c:v>
                </c:pt>
                <c:pt idx="116">
                  <c:v>0.021</c:v>
                </c:pt>
                <c:pt idx="117">
                  <c:v>0.021</c:v>
                </c:pt>
                <c:pt idx="118">
                  <c:v>0.021</c:v>
                </c:pt>
                <c:pt idx="119">
                  <c:v>0.021</c:v>
                </c:pt>
                <c:pt idx="120">
                  <c:v>0.021</c:v>
                </c:pt>
                <c:pt idx="121">
                  <c:v>0.021</c:v>
                </c:pt>
                <c:pt idx="122">
                  <c:v>0.021</c:v>
                </c:pt>
                <c:pt idx="123">
                  <c:v>0.0252</c:v>
                </c:pt>
                <c:pt idx="124">
                  <c:v>0.0252</c:v>
                </c:pt>
                <c:pt idx="125">
                  <c:v>0.0252</c:v>
                </c:pt>
                <c:pt idx="126">
                  <c:v>0.0294</c:v>
                </c:pt>
                <c:pt idx="127">
                  <c:v>0.0294</c:v>
                </c:pt>
                <c:pt idx="128">
                  <c:v>0.0294</c:v>
                </c:pt>
                <c:pt idx="129">
                  <c:v>0.0294</c:v>
                </c:pt>
                <c:pt idx="130">
                  <c:v>0.0294</c:v>
                </c:pt>
                <c:pt idx="131">
                  <c:v>0.0294</c:v>
                </c:pt>
                <c:pt idx="132">
                  <c:v>0.0294</c:v>
                </c:pt>
                <c:pt idx="133">
                  <c:v>0.0294</c:v>
                </c:pt>
                <c:pt idx="134">
                  <c:v>0.0294</c:v>
                </c:pt>
                <c:pt idx="135">
                  <c:v>0.0294</c:v>
                </c:pt>
                <c:pt idx="136">
                  <c:v>0.0294</c:v>
                </c:pt>
                <c:pt idx="137">
                  <c:v>0.0294</c:v>
                </c:pt>
                <c:pt idx="138">
                  <c:v>0.0294</c:v>
                </c:pt>
                <c:pt idx="139">
                  <c:v>0.0294</c:v>
                </c:pt>
                <c:pt idx="140">
                  <c:v>0.0294</c:v>
                </c:pt>
                <c:pt idx="141">
                  <c:v>0.0294</c:v>
                </c:pt>
                <c:pt idx="142">
                  <c:v>0.0294</c:v>
                </c:pt>
                <c:pt idx="143">
                  <c:v>0.0294</c:v>
                </c:pt>
                <c:pt idx="144">
                  <c:v>0.0294</c:v>
                </c:pt>
                <c:pt idx="145">
                  <c:v>0.0294</c:v>
                </c:pt>
                <c:pt idx="146">
                  <c:v>0.0294</c:v>
                </c:pt>
                <c:pt idx="147">
                  <c:v>0.0294</c:v>
                </c:pt>
                <c:pt idx="148">
                  <c:v>0.0294</c:v>
                </c:pt>
                <c:pt idx="149">
                  <c:v>0.0294</c:v>
                </c:pt>
                <c:pt idx="150">
                  <c:v>0.0294</c:v>
                </c:pt>
                <c:pt idx="151">
                  <c:v>0.0294</c:v>
                </c:pt>
                <c:pt idx="152">
                  <c:v>0.0294</c:v>
                </c:pt>
                <c:pt idx="153">
                  <c:v>0.0336</c:v>
                </c:pt>
                <c:pt idx="154">
                  <c:v>0.0336</c:v>
                </c:pt>
                <c:pt idx="155">
                  <c:v>0.0336</c:v>
                </c:pt>
                <c:pt idx="156">
                  <c:v>0.0336</c:v>
                </c:pt>
                <c:pt idx="157">
                  <c:v>0.0336</c:v>
                </c:pt>
                <c:pt idx="158">
                  <c:v>0.0336</c:v>
                </c:pt>
                <c:pt idx="159">
                  <c:v>0.0336</c:v>
                </c:pt>
                <c:pt idx="160">
                  <c:v>0.0336</c:v>
                </c:pt>
                <c:pt idx="161">
                  <c:v>0.0336</c:v>
                </c:pt>
                <c:pt idx="162">
                  <c:v>0.0336</c:v>
                </c:pt>
                <c:pt idx="163">
                  <c:v>0.0378</c:v>
                </c:pt>
                <c:pt idx="164">
                  <c:v>0.0378</c:v>
                </c:pt>
                <c:pt idx="165">
                  <c:v>0.0378</c:v>
                </c:pt>
                <c:pt idx="166">
                  <c:v>0.0378</c:v>
                </c:pt>
                <c:pt idx="167">
                  <c:v>0.0378</c:v>
                </c:pt>
                <c:pt idx="168">
                  <c:v>0.0378</c:v>
                </c:pt>
                <c:pt idx="169">
                  <c:v>0.0378</c:v>
                </c:pt>
                <c:pt idx="170">
                  <c:v>0.0378</c:v>
                </c:pt>
                <c:pt idx="171">
                  <c:v>0.0378</c:v>
                </c:pt>
                <c:pt idx="172">
                  <c:v>0.0378</c:v>
                </c:pt>
                <c:pt idx="173">
                  <c:v>0.0378</c:v>
                </c:pt>
                <c:pt idx="174">
                  <c:v>0.0378</c:v>
                </c:pt>
                <c:pt idx="175">
                  <c:v>0.0378</c:v>
                </c:pt>
                <c:pt idx="176">
                  <c:v>0.0378</c:v>
                </c:pt>
                <c:pt idx="177">
                  <c:v>0.0378</c:v>
                </c:pt>
                <c:pt idx="178">
                  <c:v>0.0378</c:v>
                </c:pt>
                <c:pt idx="179">
                  <c:v>0.0378</c:v>
                </c:pt>
                <c:pt idx="180">
                  <c:v>0.0378</c:v>
                </c:pt>
                <c:pt idx="181">
                  <c:v>0.042</c:v>
                </c:pt>
                <c:pt idx="182">
                  <c:v>0.0462</c:v>
                </c:pt>
                <c:pt idx="183">
                  <c:v>0.0462</c:v>
                </c:pt>
                <c:pt idx="184">
                  <c:v>0.0462</c:v>
                </c:pt>
                <c:pt idx="185">
                  <c:v>0.0462</c:v>
                </c:pt>
                <c:pt idx="186">
                  <c:v>0.0462</c:v>
                </c:pt>
                <c:pt idx="187">
                  <c:v>0.0462</c:v>
                </c:pt>
                <c:pt idx="188">
                  <c:v>0.0462</c:v>
                </c:pt>
                <c:pt idx="189">
                  <c:v>0.0462</c:v>
                </c:pt>
                <c:pt idx="190">
                  <c:v>0.0462</c:v>
                </c:pt>
                <c:pt idx="191">
                  <c:v>0.0462</c:v>
                </c:pt>
                <c:pt idx="192">
                  <c:v>0.0462</c:v>
                </c:pt>
                <c:pt idx="193">
                  <c:v>0.0462</c:v>
                </c:pt>
                <c:pt idx="194">
                  <c:v>0.0462</c:v>
                </c:pt>
                <c:pt idx="195">
                  <c:v>0.0462</c:v>
                </c:pt>
                <c:pt idx="196">
                  <c:v>0.0462</c:v>
                </c:pt>
                <c:pt idx="197">
                  <c:v>0.0504</c:v>
                </c:pt>
                <c:pt idx="198">
                  <c:v>0.0504</c:v>
                </c:pt>
                <c:pt idx="199">
                  <c:v>0.0504</c:v>
                </c:pt>
                <c:pt idx="200">
                  <c:v>0.0504</c:v>
                </c:pt>
                <c:pt idx="201">
                  <c:v>0.0504</c:v>
                </c:pt>
                <c:pt idx="202">
                  <c:v>0.0546</c:v>
                </c:pt>
                <c:pt idx="203">
                  <c:v>0.0546</c:v>
                </c:pt>
                <c:pt idx="204">
                  <c:v>0.0546</c:v>
                </c:pt>
                <c:pt idx="205">
                  <c:v>0.0546</c:v>
                </c:pt>
                <c:pt idx="206">
                  <c:v>0.0588</c:v>
                </c:pt>
                <c:pt idx="207">
                  <c:v>0.0588</c:v>
                </c:pt>
                <c:pt idx="208">
                  <c:v>0.0588</c:v>
                </c:pt>
                <c:pt idx="209">
                  <c:v>0.0588</c:v>
                </c:pt>
                <c:pt idx="210">
                  <c:v>0.0588</c:v>
                </c:pt>
                <c:pt idx="211">
                  <c:v>0.0588</c:v>
                </c:pt>
                <c:pt idx="212">
                  <c:v>0.0588</c:v>
                </c:pt>
                <c:pt idx="213">
                  <c:v>0.0588</c:v>
                </c:pt>
                <c:pt idx="214">
                  <c:v>0.063</c:v>
                </c:pt>
                <c:pt idx="215">
                  <c:v>0.063</c:v>
                </c:pt>
                <c:pt idx="216">
                  <c:v>0.063</c:v>
                </c:pt>
                <c:pt idx="217">
                  <c:v>0.063</c:v>
                </c:pt>
                <c:pt idx="218">
                  <c:v>0.063</c:v>
                </c:pt>
                <c:pt idx="219">
                  <c:v>0.063</c:v>
                </c:pt>
                <c:pt idx="220">
                  <c:v>0.0672</c:v>
                </c:pt>
                <c:pt idx="221">
                  <c:v>0.0672</c:v>
                </c:pt>
                <c:pt idx="222">
                  <c:v>0.0672</c:v>
                </c:pt>
                <c:pt idx="223">
                  <c:v>0.0714</c:v>
                </c:pt>
                <c:pt idx="224">
                  <c:v>0.0714</c:v>
                </c:pt>
                <c:pt idx="225">
                  <c:v>0.0756</c:v>
                </c:pt>
                <c:pt idx="226">
                  <c:v>0.0756</c:v>
                </c:pt>
                <c:pt idx="227">
                  <c:v>0.0756</c:v>
                </c:pt>
                <c:pt idx="228">
                  <c:v>0.0798</c:v>
                </c:pt>
                <c:pt idx="229">
                  <c:v>0.0798</c:v>
                </c:pt>
                <c:pt idx="230">
                  <c:v>0.0798</c:v>
                </c:pt>
                <c:pt idx="231">
                  <c:v>0.0798</c:v>
                </c:pt>
                <c:pt idx="232">
                  <c:v>0.0798</c:v>
                </c:pt>
                <c:pt idx="233">
                  <c:v>0.0798</c:v>
                </c:pt>
                <c:pt idx="234">
                  <c:v>0.0798</c:v>
                </c:pt>
                <c:pt idx="235">
                  <c:v>0.0798</c:v>
                </c:pt>
                <c:pt idx="236">
                  <c:v>0.084</c:v>
                </c:pt>
                <c:pt idx="237">
                  <c:v>0.084</c:v>
                </c:pt>
                <c:pt idx="238">
                  <c:v>0.084</c:v>
                </c:pt>
                <c:pt idx="239">
                  <c:v>0.084</c:v>
                </c:pt>
                <c:pt idx="240">
                  <c:v>0.084</c:v>
                </c:pt>
                <c:pt idx="241">
                  <c:v>0.0882</c:v>
                </c:pt>
                <c:pt idx="242">
                  <c:v>0.0882</c:v>
                </c:pt>
                <c:pt idx="243">
                  <c:v>0.0882</c:v>
                </c:pt>
                <c:pt idx="244">
                  <c:v>0.0924</c:v>
                </c:pt>
                <c:pt idx="245">
                  <c:v>0.0924</c:v>
                </c:pt>
                <c:pt idx="246">
                  <c:v>0.0966</c:v>
                </c:pt>
                <c:pt idx="247">
                  <c:v>0.0966</c:v>
                </c:pt>
                <c:pt idx="248">
                  <c:v>0.1008</c:v>
                </c:pt>
                <c:pt idx="249">
                  <c:v>0.1008</c:v>
                </c:pt>
                <c:pt idx="250">
                  <c:v>0.1008</c:v>
                </c:pt>
                <c:pt idx="251">
                  <c:v>0.1008</c:v>
                </c:pt>
                <c:pt idx="252">
                  <c:v>0.1008</c:v>
                </c:pt>
                <c:pt idx="253">
                  <c:v>0.1008</c:v>
                </c:pt>
                <c:pt idx="254">
                  <c:v>0.1008</c:v>
                </c:pt>
                <c:pt idx="255">
                  <c:v>0.1008</c:v>
                </c:pt>
                <c:pt idx="256">
                  <c:v>0.1008</c:v>
                </c:pt>
                <c:pt idx="257">
                  <c:v>0.1008</c:v>
                </c:pt>
                <c:pt idx="258">
                  <c:v>0.1008</c:v>
                </c:pt>
                <c:pt idx="259">
                  <c:v>0.105</c:v>
                </c:pt>
                <c:pt idx="260">
                  <c:v>0.105</c:v>
                </c:pt>
                <c:pt idx="261">
                  <c:v>0.1092</c:v>
                </c:pt>
                <c:pt idx="262">
                  <c:v>0.1092</c:v>
                </c:pt>
                <c:pt idx="263">
                  <c:v>0.1092</c:v>
                </c:pt>
                <c:pt idx="264">
                  <c:v>0.1092</c:v>
                </c:pt>
                <c:pt idx="265">
                  <c:v>0.1092</c:v>
                </c:pt>
                <c:pt idx="266">
                  <c:v>0.1092</c:v>
                </c:pt>
                <c:pt idx="267">
                  <c:v>0.1092</c:v>
                </c:pt>
                <c:pt idx="268">
                  <c:v>0.1092</c:v>
                </c:pt>
                <c:pt idx="269">
                  <c:v>0.1092</c:v>
                </c:pt>
                <c:pt idx="270">
                  <c:v>0.1092</c:v>
                </c:pt>
                <c:pt idx="271">
                  <c:v>0.1092</c:v>
                </c:pt>
                <c:pt idx="272">
                  <c:v>0.1092</c:v>
                </c:pt>
                <c:pt idx="273">
                  <c:v>0.1092</c:v>
                </c:pt>
                <c:pt idx="274">
                  <c:v>0.1092</c:v>
                </c:pt>
                <c:pt idx="275">
                  <c:v>0.1092</c:v>
                </c:pt>
                <c:pt idx="276">
                  <c:v>0.1092</c:v>
                </c:pt>
                <c:pt idx="277">
                  <c:v>0.1092</c:v>
                </c:pt>
                <c:pt idx="278">
                  <c:v>0.1134</c:v>
                </c:pt>
                <c:pt idx="279">
                  <c:v>0.1134</c:v>
                </c:pt>
                <c:pt idx="280">
                  <c:v>0.1134</c:v>
                </c:pt>
                <c:pt idx="281">
                  <c:v>0.1134</c:v>
                </c:pt>
                <c:pt idx="282">
                  <c:v>0.1134</c:v>
                </c:pt>
                <c:pt idx="283">
                  <c:v>0.1134</c:v>
                </c:pt>
                <c:pt idx="284">
                  <c:v>0.1176</c:v>
                </c:pt>
                <c:pt idx="285">
                  <c:v>0.1176</c:v>
                </c:pt>
                <c:pt idx="286">
                  <c:v>0.1176</c:v>
                </c:pt>
                <c:pt idx="287">
                  <c:v>0.1176</c:v>
                </c:pt>
                <c:pt idx="288">
                  <c:v>0.1176</c:v>
                </c:pt>
                <c:pt idx="289">
                  <c:v>0.1176</c:v>
                </c:pt>
                <c:pt idx="290">
                  <c:v>0.1176</c:v>
                </c:pt>
                <c:pt idx="291">
                  <c:v>0.1176</c:v>
                </c:pt>
                <c:pt idx="292">
                  <c:v>0.1218</c:v>
                </c:pt>
                <c:pt idx="293">
                  <c:v>0.1218</c:v>
                </c:pt>
                <c:pt idx="294">
                  <c:v>0.1218</c:v>
                </c:pt>
                <c:pt idx="295">
                  <c:v>0.1261</c:v>
                </c:pt>
                <c:pt idx="296">
                  <c:v>0.1261</c:v>
                </c:pt>
                <c:pt idx="297">
                  <c:v>0.1303</c:v>
                </c:pt>
                <c:pt idx="298">
                  <c:v>0.1303</c:v>
                </c:pt>
                <c:pt idx="299">
                  <c:v>0.1303</c:v>
                </c:pt>
                <c:pt idx="300">
                  <c:v>0.1303</c:v>
                </c:pt>
                <c:pt idx="301">
                  <c:v>0.1345</c:v>
                </c:pt>
                <c:pt idx="302">
                  <c:v>0.1345</c:v>
                </c:pt>
                <c:pt idx="303">
                  <c:v>0.1387</c:v>
                </c:pt>
                <c:pt idx="304">
                  <c:v>0.1429</c:v>
                </c:pt>
                <c:pt idx="305">
                  <c:v>0.1429</c:v>
                </c:pt>
                <c:pt idx="306">
                  <c:v>0.1471</c:v>
                </c:pt>
                <c:pt idx="307">
                  <c:v>0.1471</c:v>
                </c:pt>
                <c:pt idx="308">
                  <c:v>0.1471</c:v>
                </c:pt>
                <c:pt idx="309">
                  <c:v>0.1471</c:v>
                </c:pt>
                <c:pt idx="310">
                  <c:v>0.1471</c:v>
                </c:pt>
                <c:pt idx="311">
                  <c:v>0.1471</c:v>
                </c:pt>
                <c:pt idx="312">
                  <c:v>0.1471</c:v>
                </c:pt>
                <c:pt idx="313">
                  <c:v>0.1471</c:v>
                </c:pt>
                <c:pt idx="314">
                  <c:v>0.1471</c:v>
                </c:pt>
                <c:pt idx="315">
                  <c:v>0.1471</c:v>
                </c:pt>
                <c:pt idx="316">
                  <c:v>0.1471</c:v>
                </c:pt>
                <c:pt idx="317">
                  <c:v>0.1471</c:v>
                </c:pt>
                <c:pt idx="318">
                  <c:v>0.1513</c:v>
                </c:pt>
                <c:pt idx="319">
                  <c:v>0.1513</c:v>
                </c:pt>
                <c:pt idx="320">
                  <c:v>0.1513</c:v>
                </c:pt>
                <c:pt idx="321">
                  <c:v>0.1513</c:v>
                </c:pt>
                <c:pt idx="322">
                  <c:v>0.1513</c:v>
                </c:pt>
                <c:pt idx="323">
                  <c:v>0.1513</c:v>
                </c:pt>
                <c:pt idx="324">
                  <c:v>0.1513</c:v>
                </c:pt>
                <c:pt idx="325">
                  <c:v>0.1513</c:v>
                </c:pt>
                <c:pt idx="326">
                  <c:v>0.1513</c:v>
                </c:pt>
                <c:pt idx="327">
                  <c:v>0.1513</c:v>
                </c:pt>
                <c:pt idx="328">
                  <c:v>0.1513</c:v>
                </c:pt>
                <c:pt idx="329">
                  <c:v>0.1513</c:v>
                </c:pt>
                <c:pt idx="330">
                  <c:v>0.1513</c:v>
                </c:pt>
                <c:pt idx="331">
                  <c:v>0.1513</c:v>
                </c:pt>
                <c:pt idx="332">
                  <c:v>0.1513</c:v>
                </c:pt>
                <c:pt idx="333">
                  <c:v>0.1513</c:v>
                </c:pt>
                <c:pt idx="334">
                  <c:v>0.1513</c:v>
                </c:pt>
                <c:pt idx="335">
                  <c:v>0.1513</c:v>
                </c:pt>
                <c:pt idx="336">
                  <c:v>0.1555</c:v>
                </c:pt>
                <c:pt idx="337">
                  <c:v>0.1597</c:v>
                </c:pt>
                <c:pt idx="338">
                  <c:v>0.1639</c:v>
                </c:pt>
                <c:pt idx="339">
                  <c:v>0.1639</c:v>
                </c:pt>
                <c:pt idx="340">
                  <c:v>0.1639</c:v>
                </c:pt>
                <c:pt idx="341">
                  <c:v>0.1639</c:v>
                </c:pt>
                <c:pt idx="342">
                  <c:v>0.1639</c:v>
                </c:pt>
                <c:pt idx="343">
                  <c:v>0.1639</c:v>
                </c:pt>
                <c:pt idx="344">
                  <c:v>0.1639</c:v>
                </c:pt>
                <c:pt idx="345">
                  <c:v>0.1639</c:v>
                </c:pt>
                <c:pt idx="346">
                  <c:v>0.1639</c:v>
                </c:pt>
                <c:pt idx="347">
                  <c:v>0.1639</c:v>
                </c:pt>
                <c:pt idx="348">
                  <c:v>0.1639</c:v>
                </c:pt>
                <c:pt idx="349">
                  <c:v>0.1639</c:v>
                </c:pt>
                <c:pt idx="350">
                  <c:v>0.1639</c:v>
                </c:pt>
                <c:pt idx="351">
                  <c:v>0.1681</c:v>
                </c:pt>
                <c:pt idx="352">
                  <c:v>0.1681</c:v>
                </c:pt>
                <c:pt idx="353">
                  <c:v>0.1681</c:v>
                </c:pt>
                <c:pt idx="354">
                  <c:v>0.1681</c:v>
                </c:pt>
                <c:pt idx="355">
                  <c:v>0.1681</c:v>
                </c:pt>
                <c:pt idx="356">
                  <c:v>0.1681</c:v>
                </c:pt>
                <c:pt idx="357">
                  <c:v>0.1681</c:v>
                </c:pt>
                <c:pt idx="358">
                  <c:v>0.1681</c:v>
                </c:pt>
                <c:pt idx="359">
                  <c:v>0.1681</c:v>
                </c:pt>
                <c:pt idx="360">
                  <c:v>0.1681</c:v>
                </c:pt>
                <c:pt idx="361">
                  <c:v>0.1681</c:v>
                </c:pt>
                <c:pt idx="362">
                  <c:v>0.1681</c:v>
                </c:pt>
                <c:pt idx="363">
                  <c:v>0.1681</c:v>
                </c:pt>
                <c:pt idx="364">
                  <c:v>0.1681</c:v>
                </c:pt>
                <c:pt idx="365">
                  <c:v>0.1723</c:v>
                </c:pt>
                <c:pt idx="366">
                  <c:v>0.1723</c:v>
                </c:pt>
                <c:pt idx="367">
                  <c:v>0.1723</c:v>
                </c:pt>
                <c:pt idx="368">
                  <c:v>0.1765</c:v>
                </c:pt>
                <c:pt idx="369">
                  <c:v>0.1765</c:v>
                </c:pt>
                <c:pt idx="370">
                  <c:v>0.1765</c:v>
                </c:pt>
                <c:pt idx="371">
                  <c:v>0.1765</c:v>
                </c:pt>
                <c:pt idx="372">
                  <c:v>0.1765</c:v>
                </c:pt>
                <c:pt idx="373">
                  <c:v>0.1765</c:v>
                </c:pt>
                <c:pt idx="374">
                  <c:v>0.1807</c:v>
                </c:pt>
                <c:pt idx="375">
                  <c:v>0.1807</c:v>
                </c:pt>
                <c:pt idx="376">
                  <c:v>0.1807</c:v>
                </c:pt>
                <c:pt idx="377">
                  <c:v>0.1807</c:v>
                </c:pt>
                <c:pt idx="378">
                  <c:v>0.1807</c:v>
                </c:pt>
                <c:pt idx="379">
                  <c:v>0.1807</c:v>
                </c:pt>
                <c:pt idx="380">
                  <c:v>0.1849</c:v>
                </c:pt>
                <c:pt idx="381">
                  <c:v>0.1849</c:v>
                </c:pt>
                <c:pt idx="382">
                  <c:v>0.1849</c:v>
                </c:pt>
                <c:pt idx="383">
                  <c:v>0.1849</c:v>
                </c:pt>
                <c:pt idx="384">
                  <c:v>0.1849</c:v>
                </c:pt>
                <c:pt idx="385">
                  <c:v>0.1849</c:v>
                </c:pt>
                <c:pt idx="386">
                  <c:v>0.1849</c:v>
                </c:pt>
                <c:pt idx="387">
                  <c:v>0.1891</c:v>
                </c:pt>
                <c:pt idx="388">
                  <c:v>0.1891</c:v>
                </c:pt>
                <c:pt idx="389">
                  <c:v>0.1891</c:v>
                </c:pt>
                <c:pt idx="390">
                  <c:v>0.1933</c:v>
                </c:pt>
                <c:pt idx="391">
                  <c:v>0.1975</c:v>
                </c:pt>
                <c:pt idx="392">
                  <c:v>0.1975</c:v>
                </c:pt>
                <c:pt idx="393">
                  <c:v>0.2017</c:v>
                </c:pt>
                <c:pt idx="394">
                  <c:v>0.2017</c:v>
                </c:pt>
                <c:pt idx="395">
                  <c:v>0.2059</c:v>
                </c:pt>
                <c:pt idx="396">
                  <c:v>0.2059</c:v>
                </c:pt>
                <c:pt idx="397">
                  <c:v>0.2101</c:v>
                </c:pt>
                <c:pt idx="398">
                  <c:v>0.2101</c:v>
                </c:pt>
                <c:pt idx="399">
                  <c:v>0.2143</c:v>
                </c:pt>
                <c:pt idx="400">
                  <c:v>0.2143</c:v>
                </c:pt>
                <c:pt idx="401">
                  <c:v>0.2185</c:v>
                </c:pt>
                <c:pt idx="402">
                  <c:v>0.2185</c:v>
                </c:pt>
                <c:pt idx="403">
                  <c:v>0.2185</c:v>
                </c:pt>
                <c:pt idx="404">
                  <c:v>0.2227</c:v>
                </c:pt>
                <c:pt idx="405">
                  <c:v>0.2269</c:v>
                </c:pt>
                <c:pt idx="406">
                  <c:v>0.2311</c:v>
                </c:pt>
                <c:pt idx="407">
                  <c:v>0.2353</c:v>
                </c:pt>
                <c:pt idx="408">
                  <c:v>0.2353</c:v>
                </c:pt>
                <c:pt idx="409">
                  <c:v>0.2395</c:v>
                </c:pt>
                <c:pt idx="410">
                  <c:v>0.2437</c:v>
                </c:pt>
                <c:pt idx="411">
                  <c:v>0.2479</c:v>
                </c:pt>
                <c:pt idx="412">
                  <c:v>0.2479</c:v>
                </c:pt>
                <c:pt idx="413">
                  <c:v>0.2521</c:v>
                </c:pt>
                <c:pt idx="414">
                  <c:v>0.2563</c:v>
                </c:pt>
                <c:pt idx="415">
                  <c:v>0.2605</c:v>
                </c:pt>
                <c:pt idx="416">
                  <c:v>0.2647</c:v>
                </c:pt>
                <c:pt idx="417">
                  <c:v>0.2647</c:v>
                </c:pt>
                <c:pt idx="418">
                  <c:v>0.2689</c:v>
                </c:pt>
                <c:pt idx="419">
                  <c:v>0.2689</c:v>
                </c:pt>
                <c:pt idx="420">
                  <c:v>0.2689</c:v>
                </c:pt>
                <c:pt idx="421">
                  <c:v>0.2731</c:v>
                </c:pt>
                <c:pt idx="422">
                  <c:v>0.2773</c:v>
                </c:pt>
                <c:pt idx="423">
                  <c:v>0.2815</c:v>
                </c:pt>
                <c:pt idx="424">
                  <c:v>0.2857</c:v>
                </c:pt>
                <c:pt idx="425">
                  <c:v>0.2899</c:v>
                </c:pt>
                <c:pt idx="426">
                  <c:v>0.2941</c:v>
                </c:pt>
                <c:pt idx="427">
                  <c:v>0.2983</c:v>
                </c:pt>
                <c:pt idx="428">
                  <c:v>0.3025</c:v>
                </c:pt>
                <c:pt idx="429">
                  <c:v>0.3067</c:v>
                </c:pt>
                <c:pt idx="430">
                  <c:v>0.3109</c:v>
                </c:pt>
                <c:pt idx="431">
                  <c:v>0.3151</c:v>
                </c:pt>
                <c:pt idx="432">
                  <c:v>0.3151</c:v>
                </c:pt>
                <c:pt idx="433">
                  <c:v>0.3193</c:v>
                </c:pt>
                <c:pt idx="434">
                  <c:v>0.3235</c:v>
                </c:pt>
                <c:pt idx="435">
                  <c:v>0.3277</c:v>
                </c:pt>
                <c:pt idx="436">
                  <c:v>0.3319</c:v>
                </c:pt>
                <c:pt idx="437">
                  <c:v>0.3361</c:v>
                </c:pt>
                <c:pt idx="438">
                  <c:v>0.3403</c:v>
                </c:pt>
                <c:pt idx="439">
                  <c:v>0.3445</c:v>
                </c:pt>
                <c:pt idx="440">
                  <c:v>0.3487</c:v>
                </c:pt>
                <c:pt idx="441">
                  <c:v>0.3529</c:v>
                </c:pt>
                <c:pt idx="442">
                  <c:v>0.3571</c:v>
                </c:pt>
                <c:pt idx="443">
                  <c:v>0.3613</c:v>
                </c:pt>
                <c:pt idx="444">
                  <c:v>0.3655</c:v>
                </c:pt>
                <c:pt idx="445">
                  <c:v>0.3697</c:v>
                </c:pt>
                <c:pt idx="446">
                  <c:v>0.3739</c:v>
                </c:pt>
                <c:pt idx="447">
                  <c:v>0.3739</c:v>
                </c:pt>
                <c:pt idx="448">
                  <c:v>0.3782</c:v>
                </c:pt>
                <c:pt idx="449">
                  <c:v>0.3824</c:v>
                </c:pt>
                <c:pt idx="450">
                  <c:v>0.3866</c:v>
                </c:pt>
                <c:pt idx="451">
                  <c:v>0.3908</c:v>
                </c:pt>
                <c:pt idx="452">
                  <c:v>0.395</c:v>
                </c:pt>
                <c:pt idx="453">
                  <c:v>0.3992</c:v>
                </c:pt>
                <c:pt idx="454">
                  <c:v>0.4034</c:v>
                </c:pt>
                <c:pt idx="455">
                  <c:v>0.4034</c:v>
                </c:pt>
                <c:pt idx="456">
                  <c:v>0.4034</c:v>
                </c:pt>
                <c:pt idx="457">
                  <c:v>0.4076</c:v>
                </c:pt>
                <c:pt idx="458">
                  <c:v>0.4118</c:v>
                </c:pt>
                <c:pt idx="459">
                  <c:v>0.416</c:v>
                </c:pt>
                <c:pt idx="460">
                  <c:v>0.4202</c:v>
                </c:pt>
                <c:pt idx="461">
                  <c:v>0.4244</c:v>
                </c:pt>
                <c:pt idx="462">
                  <c:v>0.4286</c:v>
                </c:pt>
                <c:pt idx="463">
                  <c:v>0.4328</c:v>
                </c:pt>
                <c:pt idx="464">
                  <c:v>0.437</c:v>
                </c:pt>
                <c:pt idx="465">
                  <c:v>0.4412</c:v>
                </c:pt>
                <c:pt idx="466">
                  <c:v>0.4412</c:v>
                </c:pt>
                <c:pt idx="467">
                  <c:v>0.4454</c:v>
                </c:pt>
                <c:pt idx="468">
                  <c:v>0.4496</c:v>
                </c:pt>
                <c:pt idx="469">
                  <c:v>0.4538</c:v>
                </c:pt>
                <c:pt idx="470">
                  <c:v>0.458</c:v>
                </c:pt>
                <c:pt idx="471">
                  <c:v>0.4622</c:v>
                </c:pt>
                <c:pt idx="472">
                  <c:v>0.4664</c:v>
                </c:pt>
                <c:pt idx="473">
                  <c:v>0.4706</c:v>
                </c:pt>
                <c:pt idx="474">
                  <c:v>0.4748</c:v>
                </c:pt>
                <c:pt idx="475">
                  <c:v>0.479</c:v>
                </c:pt>
                <c:pt idx="476">
                  <c:v>0.4832</c:v>
                </c:pt>
                <c:pt idx="477">
                  <c:v>0.4874</c:v>
                </c:pt>
                <c:pt idx="478">
                  <c:v>0.4916</c:v>
                </c:pt>
                <c:pt idx="479">
                  <c:v>0.4958</c:v>
                </c:pt>
                <c:pt idx="480">
                  <c:v>0.5</c:v>
                </c:pt>
                <c:pt idx="481">
                  <c:v>0.5042</c:v>
                </c:pt>
                <c:pt idx="482">
                  <c:v>0.5084</c:v>
                </c:pt>
                <c:pt idx="483">
                  <c:v>0.5126</c:v>
                </c:pt>
                <c:pt idx="484">
                  <c:v>0.5168</c:v>
                </c:pt>
                <c:pt idx="485">
                  <c:v>0.521</c:v>
                </c:pt>
                <c:pt idx="486">
                  <c:v>0.5252</c:v>
                </c:pt>
                <c:pt idx="487">
                  <c:v>0.5294</c:v>
                </c:pt>
                <c:pt idx="488">
                  <c:v>0.5336</c:v>
                </c:pt>
                <c:pt idx="489">
                  <c:v>0.5378</c:v>
                </c:pt>
                <c:pt idx="490">
                  <c:v>0.542</c:v>
                </c:pt>
                <c:pt idx="491">
                  <c:v>0.5462</c:v>
                </c:pt>
                <c:pt idx="492">
                  <c:v>0.5504</c:v>
                </c:pt>
                <c:pt idx="493">
                  <c:v>0.5546</c:v>
                </c:pt>
                <c:pt idx="494">
                  <c:v>0.5588</c:v>
                </c:pt>
                <c:pt idx="495">
                  <c:v>0.563</c:v>
                </c:pt>
                <c:pt idx="496">
                  <c:v>0.5672</c:v>
                </c:pt>
                <c:pt idx="497">
                  <c:v>0.5714</c:v>
                </c:pt>
                <c:pt idx="498">
                  <c:v>0.5756</c:v>
                </c:pt>
                <c:pt idx="499">
                  <c:v>0.5798</c:v>
                </c:pt>
                <c:pt idx="500">
                  <c:v>0.584</c:v>
                </c:pt>
                <c:pt idx="501">
                  <c:v>0.5882</c:v>
                </c:pt>
                <c:pt idx="502">
                  <c:v>0.5924</c:v>
                </c:pt>
                <c:pt idx="503">
                  <c:v>0.5966</c:v>
                </c:pt>
                <c:pt idx="504">
                  <c:v>0.6008</c:v>
                </c:pt>
                <c:pt idx="505">
                  <c:v>0.605</c:v>
                </c:pt>
                <c:pt idx="506">
                  <c:v>0.6092</c:v>
                </c:pt>
                <c:pt idx="507">
                  <c:v>0.6134</c:v>
                </c:pt>
                <c:pt idx="508">
                  <c:v>0.6176</c:v>
                </c:pt>
                <c:pt idx="509">
                  <c:v>0.6218</c:v>
                </c:pt>
                <c:pt idx="510">
                  <c:v>0.6261</c:v>
                </c:pt>
                <c:pt idx="511">
                  <c:v>0.6303</c:v>
                </c:pt>
                <c:pt idx="512">
                  <c:v>0.6345</c:v>
                </c:pt>
                <c:pt idx="513">
                  <c:v>0.6387</c:v>
                </c:pt>
                <c:pt idx="514">
                  <c:v>0.6429</c:v>
                </c:pt>
                <c:pt idx="515">
                  <c:v>0.6471</c:v>
                </c:pt>
                <c:pt idx="516">
                  <c:v>0.6513</c:v>
                </c:pt>
                <c:pt idx="517">
                  <c:v>0.6555</c:v>
                </c:pt>
                <c:pt idx="518">
                  <c:v>0.6597</c:v>
                </c:pt>
                <c:pt idx="519">
                  <c:v>0.6639</c:v>
                </c:pt>
                <c:pt idx="520">
                  <c:v>0.6681</c:v>
                </c:pt>
                <c:pt idx="521">
                  <c:v>0.6723</c:v>
                </c:pt>
                <c:pt idx="522">
                  <c:v>0.6765</c:v>
                </c:pt>
                <c:pt idx="523">
                  <c:v>0.6807</c:v>
                </c:pt>
                <c:pt idx="524">
                  <c:v>0.6849</c:v>
                </c:pt>
                <c:pt idx="525">
                  <c:v>0.6891</c:v>
                </c:pt>
                <c:pt idx="526">
                  <c:v>0.6933</c:v>
                </c:pt>
                <c:pt idx="527">
                  <c:v>0.6975</c:v>
                </c:pt>
                <c:pt idx="528">
                  <c:v>0.7017</c:v>
                </c:pt>
                <c:pt idx="529">
                  <c:v>0.7017</c:v>
                </c:pt>
                <c:pt idx="530">
                  <c:v>0.7059</c:v>
                </c:pt>
                <c:pt idx="531">
                  <c:v>0.7101</c:v>
                </c:pt>
                <c:pt idx="532">
                  <c:v>0.7143</c:v>
                </c:pt>
                <c:pt idx="533">
                  <c:v>0.7185</c:v>
                </c:pt>
                <c:pt idx="534">
                  <c:v>0.7227</c:v>
                </c:pt>
                <c:pt idx="535">
                  <c:v>0.7269</c:v>
                </c:pt>
                <c:pt idx="536">
                  <c:v>0.7311</c:v>
                </c:pt>
                <c:pt idx="537">
                  <c:v>0.7353</c:v>
                </c:pt>
                <c:pt idx="538">
                  <c:v>0.7395</c:v>
                </c:pt>
                <c:pt idx="539">
                  <c:v>0.7395</c:v>
                </c:pt>
                <c:pt idx="540">
                  <c:v>0.7395</c:v>
                </c:pt>
                <c:pt idx="541">
                  <c:v>0.7437</c:v>
                </c:pt>
                <c:pt idx="542">
                  <c:v>0.7437</c:v>
                </c:pt>
                <c:pt idx="543">
                  <c:v>0.7479</c:v>
                </c:pt>
                <c:pt idx="544">
                  <c:v>0.7521</c:v>
                </c:pt>
                <c:pt idx="545">
                  <c:v>0.7563</c:v>
                </c:pt>
                <c:pt idx="546">
                  <c:v>0.7605</c:v>
                </c:pt>
                <c:pt idx="547">
                  <c:v>0.7647</c:v>
                </c:pt>
                <c:pt idx="548">
                  <c:v>0.7647</c:v>
                </c:pt>
                <c:pt idx="549">
                  <c:v>0.7689</c:v>
                </c:pt>
                <c:pt idx="550">
                  <c:v>0.7731</c:v>
                </c:pt>
                <c:pt idx="551">
                  <c:v>0.7773</c:v>
                </c:pt>
                <c:pt idx="552">
                  <c:v>0.7815</c:v>
                </c:pt>
                <c:pt idx="553">
                  <c:v>0.7857</c:v>
                </c:pt>
                <c:pt idx="554">
                  <c:v>0.7899</c:v>
                </c:pt>
                <c:pt idx="555">
                  <c:v>0.7899</c:v>
                </c:pt>
                <c:pt idx="556">
                  <c:v>0.7941</c:v>
                </c:pt>
                <c:pt idx="557">
                  <c:v>0.7941</c:v>
                </c:pt>
                <c:pt idx="558">
                  <c:v>0.7983</c:v>
                </c:pt>
                <c:pt idx="559">
                  <c:v>0.8025</c:v>
                </c:pt>
                <c:pt idx="560">
                  <c:v>0.8067</c:v>
                </c:pt>
                <c:pt idx="561">
                  <c:v>0.8109</c:v>
                </c:pt>
                <c:pt idx="562">
                  <c:v>0.8151</c:v>
                </c:pt>
                <c:pt idx="563">
                  <c:v>0.8193</c:v>
                </c:pt>
                <c:pt idx="564">
                  <c:v>0.8235</c:v>
                </c:pt>
                <c:pt idx="565">
                  <c:v>0.8277</c:v>
                </c:pt>
                <c:pt idx="566">
                  <c:v>0.8319</c:v>
                </c:pt>
                <c:pt idx="567">
                  <c:v>0.8361</c:v>
                </c:pt>
                <c:pt idx="568">
                  <c:v>0.8403</c:v>
                </c:pt>
                <c:pt idx="569">
                  <c:v>0.8445</c:v>
                </c:pt>
                <c:pt idx="570">
                  <c:v>0.8487</c:v>
                </c:pt>
                <c:pt idx="571">
                  <c:v>0.8529</c:v>
                </c:pt>
                <c:pt idx="572">
                  <c:v>0.8571</c:v>
                </c:pt>
                <c:pt idx="573">
                  <c:v>0.8613</c:v>
                </c:pt>
                <c:pt idx="574">
                  <c:v>0.8655</c:v>
                </c:pt>
                <c:pt idx="575">
                  <c:v>0.8697</c:v>
                </c:pt>
                <c:pt idx="576">
                  <c:v>0.8739</c:v>
                </c:pt>
                <c:pt idx="577">
                  <c:v>0.8782</c:v>
                </c:pt>
                <c:pt idx="578">
                  <c:v>0.8824</c:v>
                </c:pt>
                <c:pt idx="579">
                  <c:v>0.8866</c:v>
                </c:pt>
                <c:pt idx="580">
                  <c:v>0.8908</c:v>
                </c:pt>
                <c:pt idx="581">
                  <c:v>0.895</c:v>
                </c:pt>
                <c:pt idx="582">
                  <c:v>0.8992</c:v>
                </c:pt>
                <c:pt idx="583">
                  <c:v>0.9034</c:v>
                </c:pt>
                <c:pt idx="584">
                  <c:v>0.9076</c:v>
                </c:pt>
                <c:pt idx="585">
                  <c:v>0.9118</c:v>
                </c:pt>
                <c:pt idx="586">
                  <c:v>0.916</c:v>
                </c:pt>
                <c:pt idx="587">
                  <c:v>0.9202</c:v>
                </c:pt>
                <c:pt idx="588">
                  <c:v>0.9244</c:v>
                </c:pt>
                <c:pt idx="589">
                  <c:v>0.9286</c:v>
                </c:pt>
                <c:pt idx="590">
                  <c:v>0.9328</c:v>
                </c:pt>
                <c:pt idx="591">
                  <c:v>0.937</c:v>
                </c:pt>
                <c:pt idx="592">
                  <c:v>0.9412</c:v>
                </c:pt>
                <c:pt idx="593">
                  <c:v>0.9454</c:v>
                </c:pt>
                <c:pt idx="594">
                  <c:v>0.9496</c:v>
                </c:pt>
                <c:pt idx="595">
                  <c:v>0.9538</c:v>
                </c:pt>
                <c:pt idx="596">
                  <c:v>0.958</c:v>
                </c:pt>
                <c:pt idx="597">
                  <c:v>0.9622</c:v>
                </c:pt>
                <c:pt idx="598">
                  <c:v>0.9664</c:v>
                </c:pt>
                <c:pt idx="599">
                  <c:v>0.9706</c:v>
                </c:pt>
                <c:pt idx="600">
                  <c:v>0.9748</c:v>
                </c:pt>
                <c:pt idx="601">
                  <c:v>0.979</c:v>
                </c:pt>
                <c:pt idx="602">
                  <c:v>0.9832</c:v>
                </c:pt>
                <c:pt idx="603">
                  <c:v>0.9874</c:v>
                </c:pt>
                <c:pt idx="604">
                  <c:v>0.9916</c:v>
                </c:pt>
                <c:pt idx="605">
                  <c:v>0.9958</c:v>
                </c:pt>
                <c:pt idx="606">
                  <c:v>1</c:v>
                </c:pt>
              </c:numCache>
            </c:numRef>
          </c:xVal>
          <c:yVal>
            <c:numRef>
              <c:f>'Chart Data'!$B$2:$B$608</c:f>
              <c:numCache>
                <c:formatCode>0.0</c:formatCode>
                <c:ptCount val="607"/>
                <c:pt idx="0">
                  <c:v>0</c:v>
                </c:pt>
                <c:pt idx="1">
                  <c:v>0.0027</c:v>
                </c:pt>
                <c:pt idx="2">
                  <c:v>0.0054</c:v>
                </c:pt>
                <c:pt idx="3">
                  <c:v>0.0082</c:v>
                </c:pt>
                <c:pt idx="4">
                  <c:v>0.0109</c:v>
                </c:pt>
                <c:pt idx="5">
                  <c:v>0.0136</c:v>
                </c:pt>
                <c:pt idx="6">
                  <c:v>0.0163</c:v>
                </c:pt>
                <c:pt idx="7">
                  <c:v>0.019</c:v>
                </c:pt>
                <c:pt idx="8">
                  <c:v>0.019</c:v>
                </c:pt>
                <c:pt idx="9">
                  <c:v>0.0217</c:v>
                </c:pt>
                <c:pt idx="10">
                  <c:v>0.0245</c:v>
                </c:pt>
                <c:pt idx="11">
                  <c:v>0.0272</c:v>
                </c:pt>
                <c:pt idx="12">
                  <c:v>0.0299</c:v>
                </c:pt>
                <c:pt idx="13">
                  <c:v>0.0326</c:v>
                </c:pt>
                <c:pt idx="14">
                  <c:v>0.0353</c:v>
                </c:pt>
                <c:pt idx="15">
                  <c:v>0.038</c:v>
                </c:pt>
                <c:pt idx="16">
                  <c:v>0.0408</c:v>
                </c:pt>
                <c:pt idx="17">
                  <c:v>0.0435</c:v>
                </c:pt>
                <c:pt idx="18">
                  <c:v>0.0462</c:v>
                </c:pt>
                <c:pt idx="19">
                  <c:v>0.0462</c:v>
                </c:pt>
                <c:pt idx="20">
                  <c:v>0.0489</c:v>
                </c:pt>
                <c:pt idx="21">
                  <c:v>0.0516</c:v>
                </c:pt>
                <c:pt idx="22">
                  <c:v>0.0543</c:v>
                </c:pt>
                <c:pt idx="23">
                  <c:v>0.0571</c:v>
                </c:pt>
                <c:pt idx="24">
                  <c:v>0.0598</c:v>
                </c:pt>
                <c:pt idx="25">
                  <c:v>0.0625</c:v>
                </c:pt>
                <c:pt idx="26">
                  <c:v>0.0652</c:v>
                </c:pt>
                <c:pt idx="27">
                  <c:v>0.0679</c:v>
                </c:pt>
                <c:pt idx="28">
                  <c:v>0.0707</c:v>
                </c:pt>
                <c:pt idx="29">
                  <c:v>0.0734</c:v>
                </c:pt>
                <c:pt idx="30">
                  <c:v>0.0761</c:v>
                </c:pt>
                <c:pt idx="31">
                  <c:v>0.0788</c:v>
                </c:pt>
                <c:pt idx="32">
                  <c:v>0.0815</c:v>
                </c:pt>
                <c:pt idx="33">
                  <c:v>0.0842</c:v>
                </c:pt>
                <c:pt idx="34">
                  <c:v>0.087</c:v>
                </c:pt>
                <c:pt idx="35">
                  <c:v>0.0897</c:v>
                </c:pt>
                <c:pt idx="36">
                  <c:v>0.0924</c:v>
                </c:pt>
                <c:pt idx="37">
                  <c:v>0.0951</c:v>
                </c:pt>
                <c:pt idx="38">
                  <c:v>0.0978</c:v>
                </c:pt>
                <c:pt idx="39">
                  <c:v>0.1005</c:v>
                </c:pt>
                <c:pt idx="40">
                  <c:v>0.1033</c:v>
                </c:pt>
                <c:pt idx="41">
                  <c:v>0.106</c:v>
                </c:pt>
                <c:pt idx="42">
                  <c:v>0.1087</c:v>
                </c:pt>
                <c:pt idx="43">
                  <c:v>0.1114</c:v>
                </c:pt>
                <c:pt idx="44">
                  <c:v>0.1114</c:v>
                </c:pt>
                <c:pt idx="45">
                  <c:v>0.1141</c:v>
                </c:pt>
                <c:pt idx="46">
                  <c:v>0.1168</c:v>
                </c:pt>
                <c:pt idx="47">
                  <c:v>0.1196</c:v>
                </c:pt>
                <c:pt idx="48">
                  <c:v>0.1223</c:v>
                </c:pt>
                <c:pt idx="49">
                  <c:v>0.125</c:v>
                </c:pt>
                <c:pt idx="50">
                  <c:v>0.1277</c:v>
                </c:pt>
                <c:pt idx="51">
                  <c:v>0.1304</c:v>
                </c:pt>
                <c:pt idx="52">
                  <c:v>0.1332</c:v>
                </c:pt>
                <c:pt idx="53">
                  <c:v>0.1359</c:v>
                </c:pt>
                <c:pt idx="54">
                  <c:v>0.1386</c:v>
                </c:pt>
                <c:pt idx="55">
                  <c:v>0.1413</c:v>
                </c:pt>
                <c:pt idx="56">
                  <c:v>0.144</c:v>
                </c:pt>
                <c:pt idx="57">
                  <c:v>0.1467</c:v>
                </c:pt>
                <c:pt idx="58">
                  <c:v>0.1495</c:v>
                </c:pt>
                <c:pt idx="59">
                  <c:v>0.1522</c:v>
                </c:pt>
                <c:pt idx="60">
                  <c:v>0.1549</c:v>
                </c:pt>
                <c:pt idx="61">
                  <c:v>0.1576</c:v>
                </c:pt>
                <c:pt idx="62">
                  <c:v>0.1603</c:v>
                </c:pt>
                <c:pt idx="63">
                  <c:v>0.163</c:v>
                </c:pt>
                <c:pt idx="64">
                  <c:v>0.1658</c:v>
                </c:pt>
                <c:pt idx="65">
                  <c:v>0.1685</c:v>
                </c:pt>
                <c:pt idx="66">
                  <c:v>0.1712</c:v>
                </c:pt>
                <c:pt idx="67">
                  <c:v>0.1739</c:v>
                </c:pt>
                <c:pt idx="68">
                  <c:v>0.1766</c:v>
                </c:pt>
                <c:pt idx="69">
                  <c:v>0.1793</c:v>
                </c:pt>
                <c:pt idx="70">
                  <c:v>0.1821</c:v>
                </c:pt>
                <c:pt idx="71">
                  <c:v>0.1848</c:v>
                </c:pt>
                <c:pt idx="72">
                  <c:v>0.1875</c:v>
                </c:pt>
                <c:pt idx="73">
                  <c:v>0.1902</c:v>
                </c:pt>
                <c:pt idx="74">
                  <c:v>0.1929</c:v>
                </c:pt>
                <c:pt idx="75">
                  <c:v>0.1957</c:v>
                </c:pt>
                <c:pt idx="76">
                  <c:v>0.1984</c:v>
                </c:pt>
                <c:pt idx="77">
                  <c:v>0.2011</c:v>
                </c:pt>
                <c:pt idx="78">
                  <c:v>0.2038</c:v>
                </c:pt>
                <c:pt idx="79">
                  <c:v>0.2065</c:v>
                </c:pt>
                <c:pt idx="80">
                  <c:v>0.2065</c:v>
                </c:pt>
                <c:pt idx="81">
                  <c:v>0.2092</c:v>
                </c:pt>
                <c:pt idx="82">
                  <c:v>0.212</c:v>
                </c:pt>
                <c:pt idx="83">
                  <c:v>0.2147</c:v>
                </c:pt>
                <c:pt idx="84">
                  <c:v>0.2174</c:v>
                </c:pt>
                <c:pt idx="85">
                  <c:v>0.2201</c:v>
                </c:pt>
                <c:pt idx="86">
                  <c:v>0.2228</c:v>
                </c:pt>
                <c:pt idx="87">
                  <c:v>0.2255</c:v>
                </c:pt>
                <c:pt idx="88">
                  <c:v>0.2283</c:v>
                </c:pt>
                <c:pt idx="89">
                  <c:v>0.231</c:v>
                </c:pt>
                <c:pt idx="90">
                  <c:v>0.231</c:v>
                </c:pt>
                <c:pt idx="91">
                  <c:v>0.2337</c:v>
                </c:pt>
                <c:pt idx="92">
                  <c:v>0.2364</c:v>
                </c:pt>
                <c:pt idx="93">
                  <c:v>0.2391</c:v>
                </c:pt>
                <c:pt idx="94">
                  <c:v>0.2418</c:v>
                </c:pt>
                <c:pt idx="95">
                  <c:v>0.2446</c:v>
                </c:pt>
                <c:pt idx="96">
                  <c:v>0.2473</c:v>
                </c:pt>
                <c:pt idx="97">
                  <c:v>0.25</c:v>
                </c:pt>
                <c:pt idx="98">
                  <c:v>0.2527</c:v>
                </c:pt>
                <c:pt idx="99">
                  <c:v>0.2554</c:v>
                </c:pt>
                <c:pt idx="100">
                  <c:v>0.2582</c:v>
                </c:pt>
                <c:pt idx="101">
                  <c:v>0.2609</c:v>
                </c:pt>
                <c:pt idx="102">
                  <c:v>0.2636</c:v>
                </c:pt>
                <c:pt idx="103">
                  <c:v>0.2663</c:v>
                </c:pt>
                <c:pt idx="104">
                  <c:v>0.269</c:v>
                </c:pt>
                <c:pt idx="105">
                  <c:v>0.2717</c:v>
                </c:pt>
                <c:pt idx="106">
                  <c:v>0.2745</c:v>
                </c:pt>
                <c:pt idx="107">
                  <c:v>0.2772</c:v>
                </c:pt>
                <c:pt idx="108">
                  <c:v>0.2799</c:v>
                </c:pt>
                <c:pt idx="109">
                  <c:v>0.2826</c:v>
                </c:pt>
                <c:pt idx="110">
                  <c:v>0.2853</c:v>
                </c:pt>
                <c:pt idx="111">
                  <c:v>0.288</c:v>
                </c:pt>
                <c:pt idx="112">
                  <c:v>0.2908</c:v>
                </c:pt>
                <c:pt idx="113">
                  <c:v>0.2935</c:v>
                </c:pt>
                <c:pt idx="114">
                  <c:v>0.2962</c:v>
                </c:pt>
                <c:pt idx="115">
                  <c:v>0.2989</c:v>
                </c:pt>
                <c:pt idx="116">
                  <c:v>0.3016</c:v>
                </c:pt>
                <c:pt idx="117">
                  <c:v>0.3043</c:v>
                </c:pt>
                <c:pt idx="118">
                  <c:v>0.3071</c:v>
                </c:pt>
                <c:pt idx="119">
                  <c:v>0.3098</c:v>
                </c:pt>
                <c:pt idx="120">
                  <c:v>0.3125</c:v>
                </c:pt>
                <c:pt idx="121">
                  <c:v>0.3152</c:v>
                </c:pt>
                <c:pt idx="122">
                  <c:v>0.3179</c:v>
                </c:pt>
                <c:pt idx="123">
                  <c:v>0.3179</c:v>
                </c:pt>
                <c:pt idx="124">
                  <c:v>0.3207</c:v>
                </c:pt>
                <c:pt idx="125">
                  <c:v>0.3234</c:v>
                </c:pt>
                <c:pt idx="126">
                  <c:v>0.3234</c:v>
                </c:pt>
                <c:pt idx="127">
                  <c:v>0.3261</c:v>
                </c:pt>
                <c:pt idx="128">
                  <c:v>0.3288</c:v>
                </c:pt>
                <c:pt idx="129">
                  <c:v>0.3315</c:v>
                </c:pt>
                <c:pt idx="130">
                  <c:v>0.3342</c:v>
                </c:pt>
                <c:pt idx="131">
                  <c:v>0.337</c:v>
                </c:pt>
                <c:pt idx="132">
                  <c:v>0.3397</c:v>
                </c:pt>
                <c:pt idx="133">
                  <c:v>0.3424</c:v>
                </c:pt>
                <c:pt idx="134">
                  <c:v>0.3451</c:v>
                </c:pt>
                <c:pt idx="135">
                  <c:v>0.3478</c:v>
                </c:pt>
                <c:pt idx="136">
                  <c:v>0.3505</c:v>
                </c:pt>
                <c:pt idx="137">
                  <c:v>0.3533</c:v>
                </c:pt>
                <c:pt idx="138">
                  <c:v>0.356</c:v>
                </c:pt>
                <c:pt idx="139">
                  <c:v>0.3587</c:v>
                </c:pt>
                <c:pt idx="140">
                  <c:v>0.3614</c:v>
                </c:pt>
                <c:pt idx="141">
                  <c:v>0.3641</c:v>
                </c:pt>
                <c:pt idx="142">
                  <c:v>0.3668</c:v>
                </c:pt>
                <c:pt idx="143">
                  <c:v>0.3696</c:v>
                </c:pt>
                <c:pt idx="144">
                  <c:v>0.3723</c:v>
                </c:pt>
                <c:pt idx="145">
                  <c:v>0.375</c:v>
                </c:pt>
                <c:pt idx="146">
                  <c:v>0.3777</c:v>
                </c:pt>
                <c:pt idx="147">
                  <c:v>0.3804</c:v>
                </c:pt>
                <c:pt idx="148">
                  <c:v>0.3832</c:v>
                </c:pt>
                <c:pt idx="149">
                  <c:v>0.3859</c:v>
                </c:pt>
                <c:pt idx="150">
                  <c:v>0.3886</c:v>
                </c:pt>
                <c:pt idx="151">
                  <c:v>0.3913</c:v>
                </c:pt>
                <c:pt idx="152">
                  <c:v>0.394</c:v>
                </c:pt>
                <c:pt idx="153">
                  <c:v>0.394</c:v>
                </c:pt>
                <c:pt idx="154">
                  <c:v>0.3967</c:v>
                </c:pt>
                <c:pt idx="155">
                  <c:v>0.3995</c:v>
                </c:pt>
                <c:pt idx="156">
                  <c:v>0.4022</c:v>
                </c:pt>
                <c:pt idx="157">
                  <c:v>0.4049</c:v>
                </c:pt>
                <c:pt idx="158">
                  <c:v>0.4076</c:v>
                </c:pt>
                <c:pt idx="159">
                  <c:v>0.4103</c:v>
                </c:pt>
                <c:pt idx="160">
                  <c:v>0.413</c:v>
                </c:pt>
                <c:pt idx="161">
                  <c:v>0.4158</c:v>
                </c:pt>
                <c:pt idx="162">
                  <c:v>0.4185</c:v>
                </c:pt>
                <c:pt idx="163">
                  <c:v>0.4185</c:v>
                </c:pt>
                <c:pt idx="164">
                  <c:v>0.4212</c:v>
                </c:pt>
                <c:pt idx="165">
                  <c:v>0.4239</c:v>
                </c:pt>
                <c:pt idx="166">
                  <c:v>0.4266</c:v>
                </c:pt>
                <c:pt idx="167">
                  <c:v>0.4293</c:v>
                </c:pt>
                <c:pt idx="168">
                  <c:v>0.4321</c:v>
                </c:pt>
                <c:pt idx="169">
                  <c:v>0.4348</c:v>
                </c:pt>
                <c:pt idx="170">
                  <c:v>0.4375</c:v>
                </c:pt>
                <c:pt idx="171">
                  <c:v>0.4402</c:v>
                </c:pt>
                <c:pt idx="172">
                  <c:v>0.4429</c:v>
                </c:pt>
                <c:pt idx="173">
                  <c:v>0.4457</c:v>
                </c:pt>
                <c:pt idx="174">
                  <c:v>0.4484</c:v>
                </c:pt>
                <c:pt idx="175">
                  <c:v>0.4511</c:v>
                </c:pt>
                <c:pt idx="176">
                  <c:v>0.4538</c:v>
                </c:pt>
                <c:pt idx="177">
                  <c:v>0.4565</c:v>
                </c:pt>
                <c:pt idx="178">
                  <c:v>0.4592</c:v>
                </c:pt>
                <c:pt idx="179">
                  <c:v>0.462</c:v>
                </c:pt>
                <c:pt idx="180">
                  <c:v>0.4647</c:v>
                </c:pt>
                <c:pt idx="181">
                  <c:v>0.4647</c:v>
                </c:pt>
                <c:pt idx="182">
                  <c:v>0.4647</c:v>
                </c:pt>
                <c:pt idx="183">
                  <c:v>0.4674</c:v>
                </c:pt>
                <c:pt idx="184">
                  <c:v>0.4701</c:v>
                </c:pt>
                <c:pt idx="185">
                  <c:v>0.4728</c:v>
                </c:pt>
                <c:pt idx="186">
                  <c:v>0.4755</c:v>
                </c:pt>
                <c:pt idx="187">
                  <c:v>0.4783</c:v>
                </c:pt>
                <c:pt idx="188">
                  <c:v>0.481</c:v>
                </c:pt>
                <c:pt idx="189">
                  <c:v>0.4837</c:v>
                </c:pt>
                <c:pt idx="190">
                  <c:v>0.4864</c:v>
                </c:pt>
                <c:pt idx="191">
                  <c:v>0.4891</c:v>
                </c:pt>
                <c:pt idx="192">
                  <c:v>0.4918</c:v>
                </c:pt>
                <c:pt idx="193">
                  <c:v>0.4946</c:v>
                </c:pt>
                <c:pt idx="194">
                  <c:v>0.4973</c:v>
                </c:pt>
                <c:pt idx="195">
                  <c:v>0.5</c:v>
                </c:pt>
                <c:pt idx="196">
                  <c:v>0.5027</c:v>
                </c:pt>
                <c:pt idx="197">
                  <c:v>0.5027</c:v>
                </c:pt>
                <c:pt idx="198">
                  <c:v>0.5054</c:v>
                </c:pt>
                <c:pt idx="199">
                  <c:v>0.5082</c:v>
                </c:pt>
                <c:pt idx="200">
                  <c:v>0.5109</c:v>
                </c:pt>
                <c:pt idx="201">
                  <c:v>0.5136</c:v>
                </c:pt>
                <c:pt idx="202">
                  <c:v>0.5136</c:v>
                </c:pt>
                <c:pt idx="203">
                  <c:v>0.5163</c:v>
                </c:pt>
                <c:pt idx="204">
                  <c:v>0.519</c:v>
                </c:pt>
                <c:pt idx="205">
                  <c:v>0.5217</c:v>
                </c:pt>
                <c:pt idx="206">
                  <c:v>0.5217</c:v>
                </c:pt>
                <c:pt idx="207">
                  <c:v>0.5245</c:v>
                </c:pt>
                <c:pt idx="208">
                  <c:v>0.5272</c:v>
                </c:pt>
                <c:pt idx="209">
                  <c:v>0.5299</c:v>
                </c:pt>
                <c:pt idx="210">
                  <c:v>0.5326</c:v>
                </c:pt>
                <c:pt idx="211">
                  <c:v>0.5353</c:v>
                </c:pt>
                <c:pt idx="212">
                  <c:v>0.538</c:v>
                </c:pt>
                <c:pt idx="213">
                  <c:v>0.5408</c:v>
                </c:pt>
                <c:pt idx="214">
                  <c:v>0.5408</c:v>
                </c:pt>
                <c:pt idx="215">
                  <c:v>0.5435</c:v>
                </c:pt>
                <c:pt idx="216">
                  <c:v>0.5462</c:v>
                </c:pt>
                <c:pt idx="217">
                  <c:v>0.5489</c:v>
                </c:pt>
                <c:pt idx="218">
                  <c:v>0.5516</c:v>
                </c:pt>
                <c:pt idx="219">
                  <c:v>0.5543</c:v>
                </c:pt>
                <c:pt idx="220">
                  <c:v>0.5543</c:v>
                </c:pt>
                <c:pt idx="221">
                  <c:v>0.5571</c:v>
                </c:pt>
                <c:pt idx="222">
                  <c:v>0.5598</c:v>
                </c:pt>
                <c:pt idx="223">
                  <c:v>0.5598</c:v>
                </c:pt>
                <c:pt idx="224">
                  <c:v>0.5625</c:v>
                </c:pt>
                <c:pt idx="225">
                  <c:v>0.5625</c:v>
                </c:pt>
                <c:pt idx="226">
                  <c:v>0.5652</c:v>
                </c:pt>
                <c:pt idx="227">
                  <c:v>0.5679</c:v>
                </c:pt>
                <c:pt idx="228">
                  <c:v>0.5679</c:v>
                </c:pt>
                <c:pt idx="229">
                  <c:v>0.5707</c:v>
                </c:pt>
                <c:pt idx="230">
                  <c:v>0.5734</c:v>
                </c:pt>
                <c:pt idx="231">
                  <c:v>0.5761</c:v>
                </c:pt>
                <c:pt idx="232">
                  <c:v>0.5788</c:v>
                </c:pt>
                <c:pt idx="233">
                  <c:v>0.5815</c:v>
                </c:pt>
                <c:pt idx="234">
                  <c:v>0.5842</c:v>
                </c:pt>
                <c:pt idx="235">
                  <c:v>0.587</c:v>
                </c:pt>
                <c:pt idx="236">
                  <c:v>0.587</c:v>
                </c:pt>
                <c:pt idx="237">
                  <c:v>0.5897</c:v>
                </c:pt>
                <c:pt idx="238">
                  <c:v>0.5924</c:v>
                </c:pt>
                <c:pt idx="239">
                  <c:v>0.5951</c:v>
                </c:pt>
                <c:pt idx="240">
                  <c:v>0.5978</c:v>
                </c:pt>
                <c:pt idx="241">
                  <c:v>0.5978</c:v>
                </c:pt>
                <c:pt idx="242">
                  <c:v>0.6005</c:v>
                </c:pt>
                <c:pt idx="243">
                  <c:v>0.6033</c:v>
                </c:pt>
                <c:pt idx="244">
                  <c:v>0.6033</c:v>
                </c:pt>
                <c:pt idx="245">
                  <c:v>0.606</c:v>
                </c:pt>
                <c:pt idx="246">
                  <c:v>0.606</c:v>
                </c:pt>
                <c:pt idx="247">
                  <c:v>0.6087</c:v>
                </c:pt>
                <c:pt idx="248">
                  <c:v>0.6087</c:v>
                </c:pt>
                <c:pt idx="249">
                  <c:v>0.6114</c:v>
                </c:pt>
                <c:pt idx="250">
                  <c:v>0.6141</c:v>
                </c:pt>
                <c:pt idx="251">
                  <c:v>0.6168</c:v>
                </c:pt>
                <c:pt idx="252">
                  <c:v>0.6196</c:v>
                </c:pt>
                <c:pt idx="253">
                  <c:v>0.6223</c:v>
                </c:pt>
                <c:pt idx="254">
                  <c:v>0.625</c:v>
                </c:pt>
                <c:pt idx="255">
                  <c:v>0.6277</c:v>
                </c:pt>
                <c:pt idx="256">
                  <c:v>0.6304</c:v>
                </c:pt>
                <c:pt idx="257">
                  <c:v>0.6332</c:v>
                </c:pt>
                <c:pt idx="258">
                  <c:v>0.6359</c:v>
                </c:pt>
                <c:pt idx="259">
                  <c:v>0.6359</c:v>
                </c:pt>
                <c:pt idx="260">
                  <c:v>0.6386</c:v>
                </c:pt>
                <c:pt idx="261">
                  <c:v>0.6386</c:v>
                </c:pt>
                <c:pt idx="262">
                  <c:v>0.6413</c:v>
                </c:pt>
                <c:pt idx="263">
                  <c:v>0.644</c:v>
                </c:pt>
                <c:pt idx="264">
                  <c:v>0.6467</c:v>
                </c:pt>
                <c:pt idx="265">
                  <c:v>0.6495</c:v>
                </c:pt>
                <c:pt idx="266">
                  <c:v>0.6522</c:v>
                </c:pt>
                <c:pt idx="267">
                  <c:v>0.6549</c:v>
                </c:pt>
                <c:pt idx="268">
                  <c:v>0.6576</c:v>
                </c:pt>
                <c:pt idx="269">
                  <c:v>0.6603</c:v>
                </c:pt>
                <c:pt idx="270">
                  <c:v>0.663</c:v>
                </c:pt>
                <c:pt idx="271">
                  <c:v>0.6658</c:v>
                </c:pt>
                <c:pt idx="272">
                  <c:v>0.6685</c:v>
                </c:pt>
                <c:pt idx="273">
                  <c:v>0.6712</c:v>
                </c:pt>
                <c:pt idx="274">
                  <c:v>0.6739</c:v>
                </c:pt>
                <c:pt idx="275">
                  <c:v>0.6766</c:v>
                </c:pt>
                <c:pt idx="276">
                  <c:v>0.6793</c:v>
                </c:pt>
                <c:pt idx="277">
                  <c:v>0.6821</c:v>
                </c:pt>
                <c:pt idx="278">
                  <c:v>0.6821</c:v>
                </c:pt>
                <c:pt idx="279">
                  <c:v>0.6848</c:v>
                </c:pt>
                <c:pt idx="280">
                  <c:v>0.6875</c:v>
                </c:pt>
                <c:pt idx="281">
                  <c:v>0.6902</c:v>
                </c:pt>
                <c:pt idx="282">
                  <c:v>0.6929</c:v>
                </c:pt>
                <c:pt idx="283">
                  <c:v>0.6957</c:v>
                </c:pt>
                <c:pt idx="284">
                  <c:v>0.6957</c:v>
                </c:pt>
                <c:pt idx="285">
                  <c:v>0.6984</c:v>
                </c:pt>
                <c:pt idx="286">
                  <c:v>0.7011</c:v>
                </c:pt>
                <c:pt idx="287">
                  <c:v>0.7038</c:v>
                </c:pt>
                <c:pt idx="288">
                  <c:v>0.7065</c:v>
                </c:pt>
                <c:pt idx="289">
                  <c:v>0.7092</c:v>
                </c:pt>
                <c:pt idx="290">
                  <c:v>0.712</c:v>
                </c:pt>
                <c:pt idx="291">
                  <c:v>0.7147</c:v>
                </c:pt>
                <c:pt idx="292">
                  <c:v>0.7147</c:v>
                </c:pt>
                <c:pt idx="293">
                  <c:v>0.7174</c:v>
                </c:pt>
                <c:pt idx="294">
                  <c:v>0.7201</c:v>
                </c:pt>
                <c:pt idx="295">
                  <c:v>0.7201</c:v>
                </c:pt>
                <c:pt idx="296">
                  <c:v>0.7228</c:v>
                </c:pt>
                <c:pt idx="297">
                  <c:v>0.7228</c:v>
                </c:pt>
                <c:pt idx="298">
                  <c:v>0.7255</c:v>
                </c:pt>
                <c:pt idx="299">
                  <c:v>0.7283</c:v>
                </c:pt>
                <c:pt idx="300">
                  <c:v>0.731</c:v>
                </c:pt>
                <c:pt idx="301">
                  <c:v>0.731</c:v>
                </c:pt>
                <c:pt idx="302">
                  <c:v>0.7337</c:v>
                </c:pt>
                <c:pt idx="303">
                  <c:v>0.7337</c:v>
                </c:pt>
                <c:pt idx="304">
                  <c:v>0.7337</c:v>
                </c:pt>
                <c:pt idx="305">
                  <c:v>0.7364</c:v>
                </c:pt>
                <c:pt idx="306">
                  <c:v>0.7364</c:v>
                </c:pt>
                <c:pt idx="307">
                  <c:v>0.7391</c:v>
                </c:pt>
                <c:pt idx="308">
                  <c:v>0.7418</c:v>
                </c:pt>
                <c:pt idx="309">
                  <c:v>0.7446</c:v>
                </c:pt>
                <c:pt idx="310">
                  <c:v>0.7473</c:v>
                </c:pt>
                <c:pt idx="311">
                  <c:v>0.75</c:v>
                </c:pt>
                <c:pt idx="312">
                  <c:v>0.7527</c:v>
                </c:pt>
                <c:pt idx="313">
                  <c:v>0.7554</c:v>
                </c:pt>
                <c:pt idx="314">
                  <c:v>0.7582</c:v>
                </c:pt>
                <c:pt idx="315">
                  <c:v>0.7609</c:v>
                </c:pt>
                <c:pt idx="316">
                  <c:v>0.7636</c:v>
                </c:pt>
                <c:pt idx="317">
                  <c:v>0.7663</c:v>
                </c:pt>
                <c:pt idx="318">
                  <c:v>0.7663</c:v>
                </c:pt>
                <c:pt idx="319">
                  <c:v>0.769</c:v>
                </c:pt>
                <c:pt idx="320">
                  <c:v>0.7717</c:v>
                </c:pt>
                <c:pt idx="321">
                  <c:v>0.7745</c:v>
                </c:pt>
                <c:pt idx="322">
                  <c:v>0.7772</c:v>
                </c:pt>
                <c:pt idx="323">
                  <c:v>0.7799</c:v>
                </c:pt>
                <c:pt idx="324">
                  <c:v>0.7826</c:v>
                </c:pt>
                <c:pt idx="325">
                  <c:v>0.7853</c:v>
                </c:pt>
                <c:pt idx="326">
                  <c:v>0.788</c:v>
                </c:pt>
                <c:pt idx="327">
                  <c:v>0.7908</c:v>
                </c:pt>
                <c:pt idx="328">
                  <c:v>0.7935</c:v>
                </c:pt>
                <c:pt idx="329">
                  <c:v>0.7962</c:v>
                </c:pt>
                <c:pt idx="330">
                  <c:v>0.7989</c:v>
                </c:pt>
                <c:pt idx="331">
                  <c:v>0.8016</c:v>
                </c:pt>
                <c:pt idx="332">
                  <c:v>0.8043</c:v>
                </c:pt>
                <c:pt idx="333">
                  <c:v>0.8071</c:v>
                </c:pt>
                <c:pt idx="334">
                  <c:v>0.8098</c:v>
                </c:pt>
                <c:pt idx="335">
                  <c:v>0.8125</c:v>
                </c:pt>
                <c:pt idx="336">
                  <c:v>0.8125</c:v>
                </c:pt>
                <c:pt idx="337">
                  <c:v>0.8125</c:v>
                </c:pt>
                <c:pt idx="338">
                  <c:v>0.8125</c:v>
                </c:pt>
                <c:pt idx="339">
                  <c:v>0.8152</c:v>
                </c:pt>
                <c:pt idx="340">
                  <c:v>0.8179</c:v>
                </c:pt>
                <c:pt idx="341">
                  <c:v>0.8207</c:v>
                </c:pt>
                <c:pt idx="342">
                  <c:v>0.8234</c:v>
                </c:pt>
                <c:pt idx="343">
                  <c:v>0.8261</c:v>
                </c:pt>
                <c:pt idx="344">
                  <c:v>0.8288</c:v>
                </c:pt>
                <c:pt idx="345">
                  <c:v>0.8315</c:v>
                </c:pt>
                <c:pt idx="346">
                  <c:v>0.8342</c:v>
                </c:pt>
                <c:pt idx="347">
                  <c:v>0.837</c:v>
                </c:pt>
                <c:pt idx="348">
                  <c:v>0.8397</c:v>
                </c:pt>
                <c:pt idx="349">
                  <c:v>0.8424</c:v>
                </c:pt>
                <c:pt idx="350">
                  <c:v>0.8451</c:v>
                </c:pt>
                <c:pt idx="351">
                  <c:v>0.8451</c:v>
                </c:pt>
                <c:pt idx="352">
                  <c:v>0.8478</c:v>
                </c:pt>
                <c:pt idx="353">
                  <c:v>0.8505</c:v>
                </c:pt>
                <c:pt idx="354">
                  <c:v>0.8533</c:v>
                </c:pt>
                <c:pt idx="355">
                  <c:v>0.856</c:v>
                </c:pt>
                <c:pt idx="356">
                  <c:v>0.8587</c:v>
                </c:pt>
                <c:pt idx="357">
                  <c:v>0.8614</c:v>
                </c:pt>
                <c:pt idx="358">
                  <c:v>0.8641</c:v>
                </c:pt>
                <c:pt idx="359">
                  <c:v>0.8668</c:v>
                </c:pt>
                <c:pt idx="360">
                  <c:v>0.8696</c:v>
                </c:pt>
                <c:pt idx="361">
                  <c:v>0.8723</c:v>
                </c:pt>
                <c:pt idx="362">
                  <c:v>0.875</c:v>
                </c:pt>
                <c:pt idx="363">
                  <c:v>0.8777</c:v>
                </c:pt>
                <c:pt idx="364">
                  <c:v>0.8804</c:v>
                </c:pt>
                <c:pt idx="365">
                  <c:v>0.8804</c:v>
                </c:pt>
                <c:pt idx="366">
                  <c:v>0.8832</c:v>
                </c:pt>
                <c:pt idx="367">
                  <c:v>0.8859</c:v>
                </c:pt>
                <c:pt idx="368">
                  <c:v>0.8859</c:v>
                </c:pt>
                <c:pt idx="369">
                  <c:v>0.8886</c:v>
                </c:pt>
                <c:pt idx="370">
                  <c:v>0.8913</c:v>
                </c:pt>
                <c:pt idx="371">
                  <c:v>0.894</c:v>
                </c:pt>
                <c:pt idx="372">
                  <c:v>0.8967</c:v>
                </c:pt>
                <c:pt idx="373">
                  <c:v>0.8995</c:v>
                </c:pt>
                <c:pt idx="374">
                  <c:v>0.8995</c:v>
                </c:pt>
                <c:pt idx="375">
                  <c:v>0.9022</c:v>
                </c:pt>
                <c:pt idx="376">
                  <c:v>0.9049</c:v>
                </c:pt>
                <c:pt idx="377">
                  <c:v>0.9076</c:v>
                </c:pt>
                <c:pt idx="378">
                  <c:v>0.9103</c:v>
                </c:pt>
                <c:pt idx="379">
                  <c:v>0.913</c:v>
                </c:pt>
                <c:pt idx="380">
                  <c:v>0.913</c:v>
                </c:pt>
                <c:pt idx="381">
                  <c:v>0.9158</c:v>
                </c:pt>
                <c:pt idx="382">
                  <c:v>0.9185</c:v>
                </c:pt>
                <c:pt idx="383">
                  <c:v>0.9212</c:v>
                </c:pt>
                <c:pt idx="384">
                  <c:v>0.9239</c:v>
                </c:pt>
                <c:pt idx="385">
                  <c:v>0.9266</c:v>
                </c:pt>
                <c:pt idx="386">
                  <c:v>0.9293</c:v>
                </c:pt>
                <c:pt idx="387">
                  <c:v>0.9293</c:v>
                </c:pt>
                <c:pt idx="388">
                  <c:v>0.9321</c:v>
                </c:pt>
                <c:pt idx="389">
                  <c:v>0.9348</c:v>
                </c:pt>
                <c:pt idx="390">
                  <c:v>0.9348</c:v>
                </c:pt>
                <c:pt idx="391">
                  <c:v>0.9348</c:v>
                </c:pt>
                <c:pt idx="392">
                  <c:v>0.9375</c:v>
                </c:pt>
                <c:pt idx="393">
                  <c:v>0.9375</c:v>
                </c:pt>
                <c:pt idx="394">
                  <c:v>0.9402</c:v>
                </c:pt>
                <c:pt idx="395">
                  <c:v>0.9402</c:v>
                </c:pt>
                <c:pt idx="396">
                  <c:v>0.9429</c:v>
                </c:pt>
                <c:pt idx="397">
                  <c:v>0.9429</c:v>
                </c:pt>
                <c:pt idx="398">
                  <c:v>0.9457</c:v>
                </c:pt>
                <c:pt idx="399">
                  <c:v>0.9457</c:v>
                </c:pt>
                <c:pt idx="400">
                  <c:v>0.9484</c:v>
                </c:pt>
                <c:pt idx="401">
                  <c:v>0.9484</c:v>
                </c:pt>
                <c:pt idx="402">
                  <c:v>0.9511</c:v>
                </c:pt>
                <c:pt idx="403">
                  <c:v>0.9538</c:v>
                </c:pt>
                <c:pt idx="404">
                  <c:v>0.9538</c:v>
                </c:pt>
                <c:pt idx="405">
                  <c:v>0.9538</c:v>
                </c:pt>
                <c:pt idx="406">
                  <c:v>0.9538</c:v>
                </c:pt>
                <c:pt idx="407">
                  <c:v>0.9538</c:v>
                </c:pt>
                <c:pt idx="408">
                  <c:v>0.9565</c:v>
                </c:pt>
                <c:pt idx="409">
                  <c:v>0.9565</c:v>
                </c:pt>
                <c:pt idx="410">
                  <c:v>0.9565</c:v>
                </c:pt>
                <c:pt idx="411">
                  <c:v>0.9565</c:v>
                </c:pt>
                <c:pt idx="412">
                  <c:v>0.9592</c:v>
                </c:pt>
                <c:pt idx="413">
                  <c:v>0.9592</c:v>
                </c:pt>
                <c:pt idx="414">
                  <c:v>0.9592</c:v>
                </c:pt>
                <c:pt idx="415">
                  <c:v>0.9592</c:v>
                </c:pt>
                <c:pt idx="416">
                  <c:v>0.9592</c:v>
                </c:pt>
                <c:pt idx="417">
                  <c:v>0.962</c:v>
                </c:pt>
                <c:pt idx="418">
                  <c:v>0.962</c:v>
                </c:pt>
                <c:pt idx="419">
                  <c:v>0.9647</c:v>
                </c:pt>
                <c:pt idx="420">
                  <c:v>0.9674</c:v>
                </c:pt>
                <c:pt idx="421">
                  <c:v>0.9674</c:v>
                </c:pt>
                <c:pt idx="422">
                  <c:v>0.9674</c:v>
                </c:pt>
                <c:pt idx="423">
                  <c:v>0.9674</c:v>
                </c:pt>
                <c:pt idx="424">
                  <c:v>0.9674</c:v>
                </c:pt>
                <c:pt idx="425">
                  <c:v>0.9674</c:v>
                </c:pt>
                <c:pt idx="426">
                  <c:v>0.9674</c:v>
                </c:pt>
                <c:pt idx="427">
                  <c:v>0.9674</c:v>
                </c:pt>
                <c:pt idx="428">
                  <c:v>0.9674</c:v>
                </c:pt>
                <c:pt idx="429">
                  <c:v>0.9674</c:v>
                </c:pt>
                <c:pt idx="430">
                  <c:v>0.9674</c:v>
                </c:pt>
                <c:pt idx="431">
                  <c:v>0.9674</c:v>
                </c:pt>
                <c:pt idx="432">
                  <c:v>0.9701</c:v>
                </c:pt>
                <c:pt idx="433">
                  <c:v>0.9701</c:v>
                </c:pt>
                <c:pt idx="434">
                  <c:v>0.9701</c:v>
                </c:pt>
                <c:pt idx="435">
                  <c:v>0.9701</c:v>
                </c:pt>
                <c:pt idx="436">
                  <c:v>0.9701</c:v>
                </c:pt>
                <c:pt idx="437">
                  <c:v>0.9701</c:v>
                </c:pt>
                <c:pt idx="438">
                  <c:v>0.9701</c:v>
                </c:pt>
                <c:pt idx="439">
                  <c:v>0.9701</c:v>
                </c:pt>
                <c:pt idx="440">
                  <c:v>0.9701</c:v>
                </c:pt>
                <c:pt idx="441">
                  <c:v>0.9701</c:v>
                </c:pt>
                <c:pt idx="442">
                  <c:v>0.9701</c:v>
                </c:pt>
                <c:pt idx="443">
                  <c:v>0.9701</c:v>
                </c:pt>
                <c:pt idx="444">
                  <c:v>0.9701</c:v>
                </c:pt>
                <c:pt idx="445">
                  <c:v>0.9701</c:v>
                </c:pt>
                <c:pt idx="446">
                  <c:v>0.9701</c:v>
                </c:pt>
                <c:pt idx="447">
                  <c:v>0.9728</c:v>
                </c:pt>
                <c:pt idx="448">
                  <c:v>0.9728</c:v>
                </c:pt>
                <c:pt idx="449">
                  <c:v>0.9728</c:v>
                </c:pt>
                <c:pt idx="450">
                  <c:v>0.9728</c:v>
                </c:pt>
                <c:pt idx="451">
                  <c:v>0.9728</c:v>
                </c:pt>
                <c:pt idx="452">
                  <c:v>0.9728</c:v>
                </c:pt>
                <c:pt idx="453">
                  <c:v>0.9728</c:v>
                </c:pt>
                <c:pt idx="454">
                  <c:v>0.9728</c:v>
                </c:pt>
                <c:pt idx="455">
                  <c:v>0.9755</c:v>
                </c:pt>
                <c:pt idx="456">
                  <c:v>0.9783</c:v>
                </c:pt>
                <c:pt idx="457">
                  <c:v>0.9783</c:v>
                </c:pt>
                <c:pt idx="458">
                  <c:v>0.9783</c:v>
                </c:pt>
                <c:pt idx="459">
                  <c:v>0.9783</c:v>
                </c:pt>
                <c:pt idx="460">
                  <c:v>0.9783</c:v>
                </c:pt>
                <c:pt idx="461">
                  <c:v>0.9783</c:v>
                </c:pt>
                <c:pt idx="462">
                  <c:v>0.9783</c:v>
                </c:pt>
                <c:pt idx="463">
                  <c:v>0.9783</c:v>
                </c:pt>
                <c:pt idx="464">
                  <c:v>0.9783</c:v>
                </c:pt>
                <c:pt idx="465">
                  <c:v>0.9783</c:v>
                </c:pt>
                <c:pt idx="466">
                  <c:v>0.981</c:v>
                </c:pt>
                <c:pt idx="467">
                  <c:v>0.981</c:v>
                </c:pt>
                <c:pt idx="468">
                  <c:v>0.981</c:v>
                </c:pt>
                <c:pt idx="469">
                  <c:v>0.981</c:v>
                </c:pt>
                <c:pt idx="470">
                  <c:v>0.981</c:v>
                </c:pt>
                <c:pt idx="471">
                  <c:v>0.981</c:v>
                </c:pt>
                <c:pt idx="472">
                  <c:v>0.981</c:v>
                </c:pt>
                <c:pt idx="473">
                  <c:v>0.981</c:v>
                </c:pt>
                <c:pt idx="474">
                  <c:v>0.981</c:v>
                </c:pt>
                <c:pt idx="475">
                  <c:v>0.981</c:v>
                </c:pt>
                <c:pt idx="476">
                  <c:v>0.981</c:v>
                </c:pt>
                <c:pt idx="477">
                  <c:v>0.981</c:v>
                </c:pt>
                <c:pt idx="478">
                  <c:v>0.981</c:v>
                </c:pt>
                <c:pt idx="479">
                  <c:v>0.981</c:v>
                </c:pt>
                <c:pt idx="480">
                  <c:v>0.981</c:v>
                </c:pt>
                <c:pt idx="481">
                  <c:v>0.981</c:v>
                </c:pt>
                <c:pt idx="482">
                  <c:v>0.981</c:v>
                </c:pt>
                <c:pt idx="483">
                  <c:v>0.981</c:v>
                </c:pt>
                <c:pt idx="484">
                  <c:v>0.981</c:v>
                </c:pt>
                <c:pt idx="485">
                  <c:v>0.981</c:v>
                </c:pt>
                <c:pt idx="486">
                  <c:v>0.981</c:v>
                </c:pt>
                <c:pt idx="487">
                  <c:v>0.981</c:v>
                </c:pt>
                <c:pt idx="488">
                  <c:v>0.981</c:v>
                </c:pt>
                <c:pt idx="489">
                  <c:v>0.981</c:v>
                </c:pt>
                <c:pt idx="490">
                  <c:v>0.981</c:v>
                </c:pt>
                <c:pt idx="491">
                  <c:v>0.981</c:v>
                </c:pt>
                <c:pt idx="492">
                  <c:v>0.981</c:v>
                </c:pt>
                <c:pt idx="493">
                  <c:v>0.981</c:v>
                </c:pt>
                <c:pt idx="494">
                  <c:v>0.981</c:v>
                </c:pt>
                <c:pt idx="495">
                  <c:v>0.981</c:v>
                </c:pt>
                <c:pt idx="496">
                  <c:v>0.981</c:v>
                </c:pt>
                <c:pt idx="497">
                  <c:v>0.981</c:v>
                </c:pt>
                <c:pt idx="498">
                  <c:v>0.981</c:v>
                </c:pt>
                <c:pt idx="499">
                  <c:v>0.981</c:v>
                </c:pt>
                <c:pt idx="500">
                  <c:v>0.981</c:v>
                </c:pt>
                <c:pt idx="501">
                  <c:v>0.981</c:v>
                </c:pt>
                <c:pt idx="502">
                  <c:v>0.981</c:v>
                </c:pt>
                <c:pt idx="503">
                  <c:v>0.981</c:v>
                </c:pt>
                <c:pt idx="504">
                  <c:v>0.981</c:v>
                </c:pt>
                <c:pt idx="505">
                  <c:v>0.981</c:v>
                </c:pt>
                <c:pt idx="506">
                  <c:v>0.981</c:v>
                </c:pt>
                <c:pt idx="507">
                  <c:v>0.981</c:v>
                </c:pt>
                <c:pt idx="508">
                  <c:v>0.981</c:v>
                </c:pt>
                <c:pt idx="509">
                  <c:v>0.981</c:v>
                </c:pt>
                <c:pt idx="510">
                  <c:v>0.981</c:v>
                </c:pt>
                <c:pt idx="511">
                  <c:v>0.981</c:v>
                </c:pt>
                <c:pt idx="512">
                  <c:v>0.981</c:v>
                </c:pt>
                <c:pt idx="513">
                  <c:v>0.981</c:v>
                </c:pt>
                <c:pt idx="514">
                  <c:v>0.981</c:v>
                </c:pt>
                <c:pt idx="515">
                  <c:v>0.981</c:v>
                </c:pt>
                <c:pt idx="516">
                  <c:v>0.981</c:v>
                </c:pt>
                <c:pt idx="517">
                  <c:v>0.981</c:v>
                </c:pt>
                <c:pt idx="518">
                  <c:v>0.981</c:v>
                </c:pt>
                <c:pt idx="519">
                  <c:v>0.981</c:v>
                </c:pt>
                <c:pt idx="520">
                  <c:v>0.981</c:v>
                </c:pt>
                <c:pt idx="521">
                  <c:v>0.981</c:v>
                </c:pt>
                <c:pt idx="522">
                  <c:v>0.981</c:v>
                </c:pt>
                <c:pt idx="523">
                  <c:v>0.981</c:v>
                </c:pt>
                <c:pt idx="524">
                  <c:v>0.981</c:v>
                </c:pt>
                <c:pt idx="525">
                  <c:v>0.981</c:v>
                </c:pt>
                <c:pt idx="526">
                  <c:v>0.981</c:v>
                </c:pt>
                <c:pt idx="527">
                  <c:v>0.981</c:v>
                </c:pt>
                <c:pt idx="528">
                  <c:v>0.981</c:v>
                </c:pt>
                <c:pt idx="529">
                  <c:v>0.9837</c:v>
                </c:pt>
                <c:pt idx="530">
                  <c:v>0.9837</c:v>
                </c:pt>
                <c:pt idx="531">
                  <c:v>0.9837</c:v>
                </c:pt>
                <c:pt idx="532">
                  <c:v>0.9837</c:v>
                </c:pt>
                <c:pt idx="533">
                  <c:v>0.9837</c:v>
                </c:pt>
                <c:pt idx="534">
                  <c:v>0.9837</c:v>
                </c:pt>
                <c:pt idx="535">
                  <c:v>0.9837</c:v>
                </c:pt>
                <c:pt idx="536">
                  <c:v>0.9837</c:v>
                </c:pt>
                <c:pt idx="537">
                  <c:v>0.9837</c:v>
                </c:pt>
                <c:pt idx="538">
                  <c:v>0.9837</c:v>
                </c:pt>
                <c:pt idx="539">
                  <c:v>0.9864</c:v>
                </c:pt>
                <c:pt idx="540">
                  <c:v>0.9891</c:v>
                </c:pt>
                <c:pt idx="541">
                  <c:v>0.9891</c:v>
                </c:pt>
                <c:pt idx="542">
                  <c:v>0.9918</c:v>
                </c:pt>
                <c:pt idx="543">
                  <c:v>0.9918</c:v>
                </c:pt>
                <c:pt idx="544">
                  <c:v>0.9918</c:v>
                </c:pt>
                <c:pt idx="545">
                  <c:v>0.9918</c:v>
                </c:pt>
                <c:pt idx="546">
                  <c:v>0.9918</c:v>
                </c:pt>
                <c:pt idx="547">
                  <c:v>0.9918</c:v>
                </c:pt>
                <c:pt idx="548">
                  <c:v>0.9946</c:v>
                </c:pt>
                <c:pt idx="549">
                  <c:v>0.9946</c:v>
                </c:pt>
                <c:pt idx="550">
                  <c:v>0.9946</c:v>
                </c:pt>
                <c:pt idx="551">
                  <c:v>0.9946</c:v>
                </c:pt>
                <c:pt idx="552">
                  <c:v>0.9946</c:v>
                </c:pt>
                <c:pt idx="553">
                  <c:v>0.9946</c:v>
                </c:pt>
                <c:pt idx="554">
                  <c:v>0.9946</c:v>
                </c:pt>
                <c:pt idx="555">
                  <c:v>0.9973</c:v>
                </c:pt>
                <c:pt idx="556">
                  <c:v>0.9973</c:v>
                </c:pt>
                <c:pt idx="557">
                  <c:v>1</c:v>
                </c:pt>
                <c:pt idx="558">
                  <c:v>1</c:v>
                </c:pt>
                <c:pt idx="559">
                  <c:v>1</c:v>
                </c:pt>
                <c:pt idx="560">
                  <c:v>1</c:v>
                </c:pt>
                <c:pt idx="561">
                  <c:v>1</c:v>
                </c:pt>
                <c:pt idx="562">
                  <c:v>1</c:v>
                </c:pt>
                <c:pt idx="563">
                  <c:v>1</c:v>
                </c:pt>
                <c:pt idx="564">
                  <c:v>1</c:v>
                </c:pt>
                <c:pt idx="565">
                  <c:v>1</c:v>
                </c:pt>
                <c:pt idx="566">
                  <c:v>1</c:v>
                </c:pt>
                <c:pt idx="567">
                  <c:v>1</c:v>
                </c:pt>
                <c:pt idx="568">
                  <c:v>1</c:v>
                </c:pt>
                <c:pt idx="569">
                  <c:v>1</c:v>
                </c:pt>
                <c:pt idx="570">
                  <c:v>1</c:v>
                </c:pt>
                <c:pt idx="571">
                  <c:v>1</c:v>
                </c:pt>
                <c:pt idx="572">
                  <c:v>1</c:v>
                </c:pt>
                <c:pt idx="573">
                  <c:v>1</c:v>
                </c:pt>
                <c:pt idx="574">
                  <c:v>1</c:v>
                </c:pt>
                <c:pt idx="575">
                  <c:v>1</c:v>
                </c:pt>
                <c:pt idx="576">
                  <c:v>1</c:v>
                </c:pt>
                <c:pt idx="577">
                  <c:v>1</c:v>
                </c:pt>
                <c:pt idx="578">
                  <c:v>1</c:v>
                </c:pt>
                <c:pt idx="579">
                  <c:v>1</c:v>
                </c:pt>
                <c:pt idx="580">
                  <c:v>1</c:v>
                </c:pt>
                <c:pt idx="581">
                  <c:v>1</c:v>
                </c:pt>
                <c:pt idx="582">
                  <c:v>1</c:v>
                </c:pt>
                <c:pt idx="583">
                  <c:v>1</c:v>
                </c:pt>
                <c:pt idx="584">
                  <c:v>1</c:v>
                </c:pt>
                <c:pt idx="585">
                  <c:v>1</c:v>
                </c:pt>
                <c:pt idx="586">
                  <c:v>1</c:v>
                </c:pt>
                <c:pt idx="587">
                  <c:v>1</c:v>
                </c:pt>
                <c:pt idx="588">
                  <c:v>1</c:v>
                </c:pt>
                <c:pt idx="589">
                  <c:v>1</c:v>
                </c:pt>
                <c:pt idx="590">
                  <c:v>1</c:v>
                </c:pt>
                <c:pt idx="591">
                  <c:v>1</c:v>
                </c:pt>
                <c:pt idx="592">
                  <c:v>1</c:v>
                </c:pt>
                <c:pt idx="593">
                  <c:v>1</c:v>
                </c:pt>
                <c:pt idx="594">
                  <c:v>1</c:v>
                </c:pt>
                <c:pt idx="595">
                  <c:v>1</c:v>
                </c:pt>
                <c:pt idx="596">
                  <c:v>1</c:v>
                </c:pt>
                <c:pt idx="597">
                  <c:v>1</c:v>
                </c:pt>
                <c:pt idx="598">
                  <c:v>1</c:v>
                </c:pt>
                <c:pt idx="599">
                  <c:v>1</c:v>
                </c:pt>
                <c:pt idx="600">
                  <c:v>1</c:v>
                </c:pt>
                <c:pt idx="601">
                  <c:v>1</c:v>
                </c:pt>
                <c:pt idx="602">
                  <c:v>1</c:v>
                </c:pt>
                <c:pt idx="603">
                  <c:v>1</c:v>
                </c:pt>
                <c:pt idx="604">
                  <c:v>1</c:v>
                </c:pt>
                <c:pt idx="605">
                  <c:v>1</c:v>
                </c:pt>
                <c:pt idx="606">
                  <c:v>1</c:v>
                </c:pt>
              </c:numCache>
            </c:numRef>
          </c:yVal>
        </c:ser>
        <c:ser>
          <c:idx val="1"/>
          <c:order val="1"/>
          <c:tx>
            <c:v>MiewID (0.959)</c:v>
          </c:tx>
          <c:spPr>
            <a:ln xmlns:a="http://schemas.openxmlformats.org/drawingml/2006/main" w="28575">
              <a:solidFill>
                <a:srgbClr val="2E7D4F"/>
              </a:solidFill>
              <a:prstDash val="solid"/>
            </a:ln>
          </c:spPr>
          <c:marker>
            <c:symbol val="none"/>
            <c:size val="2"/>
            <c:spPr>
              <a:solidFill xmlns:a="http://schemas.openxmlformats.org/drawingml/2006/main">
                <a:srgbClr val="2E7D4F"/>
              </a:solidFill>
            </c:spPr>
          </c:marker>
          <c:xVal>
            <c:numRef>
              <c:f>'Chart Data'!$C$2:$C$608</c:f>
              <c:numCache>
                <c:formatCode>General</c:formatCode>
                <c:ptCount val="60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0.0042</c:v>
                </c:pt>
                <c:pt idx="67">
                  <c:v>0.0042</c:v>
                </c:pt>
                <c:pt idx="68">
                  <c:v>0.0042</c:v>
                </c:pt>
                <c:pt idx="69">
                  <c:v>0.0042</c:v>
                </c:pt>
                <c:pt idx="70">
                  <c:v>0.0042</c:v>
                </c:pt>
                <c:pt idx="71">
                  <c:v>0.0042</c:v>
                </c:pt>
                <c:pt idx="72">
                  <c:v>0.0042</c:v>
                </c:pt>
                <c:pt idx="73">
                  <c:v>0.0042</c:v>
                </c:pt>
                <c:pt idx="74">
                  <c:v>0.0042</c:v>
                </c:pt>
                <c:pt idx="75">
                  <c:v>0.0042</c:v>
                </c:pt>
                <c:pt idx="76">
                  <c:v>0.0042</c:v>
                </c:pt>
                <c:pt idx="77">
                  <c:v>0.0042</c:v>
                </c:pt>
                <c:pt idx="78">
                  <c:v>0.0042</c:v>
                </c:pt>
                <c:pt idx="79">
                  <c:v>0.0042</c:v>
                </c:pt>
                <c:pt idx="80">
                  <c:v>0.0042</c:v>
                </c:pt>
                <c:pt idx="81">
                  <c:v>0.0042</c:v>
                </c:pt>
                <c:pt idx="82">
                  <c:v>0.0042</c:v>
                </c:pt>
                <c:pt idx="83">
                  <c:v>0.0042</c:v>
                </c:pt>
                <c:pt idx="84">
                  <c:v>0.0042</c:v>
                </c:pt>
                <c:pt idx="85">
                  <c:v>0.0042</c:v>
                </c:pt>
                <c:pt idx="86">
                  <c:v>0.0042</c:v>
                </c:pt>
                <c:pt idx="87">
                  <c:v>0.0042</c:v>
                </c:pt>
                <c:pt idx="88">
                  <c:v>0.0042</c:v>
                </c:pt>
                <c:pt idx="89">
                  <c:v>0.0042</c:v>
                </c:pt>
                <c:pt idx="90">
                  <c:v>0.0042</c:v>
                </c:pt>
                <c:pt idx="91">
                  <c:v>0.0042</c:v>
                </c:pt>
                <c:pt idx="92">
                  <c:v>0.0042</c:v>
                </c:pt>
                <c:pt idx="93">
                  <c:v>0.0042</c:v>
                </c:pt>
                <c:pt idx="94">
                  <c:v>0.0042</c:v>
                </c:pt>
                <c:pt idx="95">
                  <c:v>0.0042</c:v>
                </c:pt>
                <c:pt idx="96">
                  <c:v>0.0042</c:v>
                </c:pt>
                <c:pt idx="97">
                  <c:v>0.0042</c:v>
                </c:pt>
                <c:pt idx="98">
                  <c:v>0.0042</c:v>
                </c:pt>
                <c:pt idx="99">
                  <c:v>0.0042</c:v>
                </c:pt>
                <c:pt idx="100">
                  <c:v>0.0042</c:v>
                </c:pt>
                <c:pt idx="101">
                  <c:v>0.0042</c:v>
                </c:pt>
                <c:pt idx="102">
                  <c:v>0.0042</c:v>
                </c:pt>
                <c:pt idx="103">
                  <c:v>0.0042</c:v>
                </c:pt>
                <c:pt idx="104">
                  <c:v>0.0042</c:v>
                </c:pt>
                <c:pt idx="105">
                  <c:v>0.0042</c:v>
                </c:pt>
                <c:pt idx="106">
                  <c:v>0.0042</c:v>
                </c:pt>
                <c:pt idx="107">
                  <c:v>0.0042</c:v>
                </c:pt>
                <c:pt idx="108">
                  <c:v>0.0042</c:v>
                </c:pt>
                <c:pt idx="109">
                  <c:v>0.0042</c:v>
                </c:pt>
                <c:pt idx="110">
                  <c:v>0.0042</c:v>
                </c:pt>
                <c:pt idx="111">
                  <c:v>0.0042</c:v>
                </c:pt>
                <c:pt idx="112">
                  <c:v>0.0042</c:v>
                </c:pt>
                <c:pt idx="113">
                  <c:v>0.0042</c:v>
                </c:pt>
                <c:pt idx="114">
                  <c:v>0.0042</c:v>
                </c:pt>
                <c:pt idx="115">
                  <c:v>0.0042</c:v>
                </c:pt>
                <c:pt idx="116">
                  <c:v>0.0042</c:v>
                </c:pt>
                <c:pt idx="117">
                  <c:v>0.0042</c:v>
                </c:pt>
                <c:pt idx="118">
                  <c:v>0.0042</c:v>
                </c:pt>
                <c:pt idx="119">
                  <c:v>0.0042</c:v>
                </c:pt>
                <c:pt idx="120">
                  <c:v>0.0042</c:v>
                </c:pt>
                <c:pt idx="121">
                  <c:v>0.0042</c:v>
                </c:pt>
                <c:pt idx="122">
                  <c:v>0.0042</c:v>
                </c:pt>
                <c:pt idx="123">
                  <c:v>0.0042</c:v>
                </c:pt>
                <c:pt idx="124">
                  <c:v>0.0042</c:v>
                </c:pt>
                <c:pt idx="125">
                  <c:v>0.0042</c:v>
                </c:pt>
                <c:pt idx="126">
                  <c:v>0.0042</c:v>
                </c:pt>
                <c:pt idx="127">
                  <c:v>0.0042</c:v>
                </c:pt>
                <c:pt idx="128">
                  <c:v>0.0042</c:v>
                </c:pt>
                <c:pt idx="129">
                  <c:v>0.0042</c:v>
                </c:pt>
                <c:pt idx="130">
                  <c:v>0.0042</c:v>
                </c:pt>
                <c:pt idx="131">
                  <c:v>0.0042</c:v>
                </c:pt>
                <c:pt idx="132">
                  <c:v>0.0084</c:v>
                </c:pt>
                <c:pt idx="133">
                  <c:v>0.0084</c:v>
                </c:pt>
                <c:pt idx="134">
                  <c:v>0.0084</c:v>
                </c:pt>
                <c:pt idx="135">
                  <c:v>0.0084</c:v>
                </c:pt>
                <c:pt idx="136">
                  <c:v>0.0084</c:v>
                </c:pt>
                <c:pt idx="137">
                  <c:v>0.0126</c:v>
                </c:pt>
                <c:pt idx="138">
                  <c:v>0.0126</c:v>
                </c:pt>
                <c:pt idx="139">
                  <c:v>0.0126</c:v>
                </c:pt>
                <c:pt idx="140">
                  <c:v>0.0126</c:v>
                </c:pt>
                <c:pt idx="141">
                  <c:v>0.0126</c:v>
                </c:pt>
                <c:pt idx="142">
                  <c:v>0.0126</c:v>
                </c:pt>
                <c:pt idx="143">
                  <c:v>0.0126</c:v>
                </c:pt>
                <c:pt idx="144">
                  <c:v>0.0126</c:v>
                </c:pt>
                <c:pt idx="145">
                  <c:v>0.0126</c:v>
                </c:pt>
                <c:pt idx="146">
                  <c:v>0.0126</c:v>
                </c:pt>
                <c:pt idx="147">
                  <c:v>0.0126</c:v>
                </c:pt>
                <c:pt idx="148">
                  <c:v>0.0126</c:v>
                </c:pt>
                <c:pt idx="149">
                  <c:v>0.0126</c:v>
                </c:pt>
                <c:pt idx="150">
                  <c:v>0.0126</c:v>
                </c:pt>
                <c:pt idx="151">
                  <c:v>0.0126</c:v>
                </c:pt>
                <c:pt idx="152">
                  <c:v>0.0126</c:v>
                </c:pt>
                <c:pt idx="153">
                  <c:v>0.0126</c:v>
                </c:pt>
                <c:pt idx="154">
                  <c:v>0.0126</c:v>
                </c:pt>
                <c:pt idx="155">
                  <c:v>0.0126</c:v>
                </c:pt>
                <c:pt idx="156">
                  <c:v>0.0126</c:v>
                </c:pt>
                <c:pt idx="157">
                  <c:v>0.0126</c:v>
                </c:pt>
                <c:pt idx="158">
                  <c:v>0.0126</c:v>
                </c:pt>
                <c:pt idx="159">
                  <c:v>0.0126</c:v>
                </c:pt>
                <c:pt idx="160">
                  <c:v>0.0126</c:v>
                </c:pt>
                <c:pt idx="161">
                  <c:v>0.0126</c:v>
                </c:pt>
                <c:pt idx="162">
                  <c:v>0.0126</c:v>
                </c:pt>
                <c:pt idx="163">
                  <c:v>0.0126</c:v>
                </c:pt>
                <c:pt idx="164">
                  <c:v>0.0126</c:v>
                </c:pt>
                <c:pt idx="165">
                  <c:v>0.0126</c:v>
                </c:pt>
                <c:pt idx="166">
                  <c:v>0.0126</c:v>
                </c:pt>
                <c:pt idx="167">
                  <c:v>0.0126</c:v>
                </c:pt>
                <c:pt idx="168">
                  <c:v>0.0126</c:v>
                </c:pt>
                <c:pt idx="169">
                  <c:v>0.0126</c:v>
                </c:pt>
                <c:pt idx="170">
                  <c:v>0.0126</c:v>
                </c:pt>
                <c:pt idx="171">
                  <c:v>0.0126</c:v>
                </c:pt>
                <c:pt idx="172">
                  <c:v>0.0126</c:v>
                </c:pt>
                <c:pt idx="173">
                  <c:v>0.0126</c:v>
                </c:pt>
                <c:pt idx="174">
                  <c:v>0.0126</c:v>
                </c:pt>
                <c:pt idx="175">
                  <c:v>0.0126</c:v>
                </c:pt>
                <c:pt idx="176">
                  <c:v>0.0126</c:v>
                </c:pt>
                <c:pt idx="177">
                  <c:v>0.0126</c:v>
                </c:pt>
                <c:pt idx="178">
                  <c:v>0.0126</c:v>
                </c:pt>
                <c:pt idx="179">
                  <c:v>0.0126</c:v>
                </c:pt>
                <c:pt idx="180">
                  <c:v>0.0126</c:v>
                </c:pt>
                <c:pt idx="181">
                  <c:v>0.0126</c:v>
                </c:pt>
                <c:pt idx="182">
                  <c:v>0.0126</c:v>
                </c:pt>
                <c:pt idx="183">
                  <c:v>0.0126</c:v>
                </c:pt>
                <c:pt idx="184">
                  <c:v>0.0126</c:v>
                </c:pt>
                <c:pt idx="185">
                  <c:v>0.0126</c:v>
                </c:pt>
                <c:pt idx="186">
                  <c:v>0.0126</c:v>
                </c:pt>
                <c:pt idx="187">
                  <c:v>0.0126</c:v>
                </c:pt>
                <c:pt idx="188">
                  <c:v>0.0126</c:v>
                </c:pt>
                <c:pt idx="189">
                  <c:v>0.0126</c:v>
                </c:pt>
                <c:pt idx="190">
                  <c:v>0.0126</c:v>
                </c:pt>
                <c:pt idx="191">
                  <c:v>0.0126</c:v>
                </c:pt>
                <c:pt idx="192">
                  <c:v>0.0126</c:v>
                </c:pt>
                <c:pt idx="193">
                  <c:v>0.0126</c:v>
                </c:pt>
                <c:pt idx="194">
                  <c:v>0.0126</c:v>
                </c:pt>
                <c:pt idx="195">
                  <c:v>0.0126</c:v>
                </c:pt>
                <c:pt idx="196">
                  <c:v>0.0126</c:v>
                </c:pt>
                <c:pt idx="197">
                  <c:v>0.0126</c:v>
                </c:pt>
                <c:pt idx="198">
                  <c:v>0.0126</c:v>
                </c:pt>
                <c:pt idx="199">
                  <c:v>0.0126</c:v>
                </c:pt>
                <c:pt idx="200">
                  <c:v>0.0126</c:v>
                </c:pt>
                <c:pt idx="201">
                  <c:v>0.0126</c:v>
                </c:pt>
                <c:pt idx="202">
                  <c:v>0.0126</c:v>
                </c:pt>
                <c:pt idx="203">
                  <c:v>0.0126</c:v>
                </c:pt>
                <c:pt idx="204">
                  <c:v>0.0126</c:v>
                </c:pt>
                <c:pt idx="205">
                  <c:v>0.0126</c:v>
                </c:pt>
                <c:pt idx="206">
                  <c:v>0.0126</c:v>
                </c:pt>
                <c:pt idx="207">
                  <c:v>0.0126</c:v>
                </c:pt>
                <c:pt idx="208">
                  <c:v>0.0126</c:v>
                </c:pt>
                <c:pt idx="209">
                  <c:v>0.0126</c:v>
                </c:pt>
                <c:pt idx="210">
                  <c:v>0.0126</c:v>
                </c:pt>
                <c:pt idx="211">
                  <c:v>0.0126</c:v>
                </c:pt>
                <c:pt idx="212">
                  <c:v>0.0126</c:v>
                </c:pt>
                <c:pt idx="213">
                  <c:v>0.0126</c:v>
                </c:pt>
                <c:pt idx="214">
                  <c:v>0.0126</c:v>
                </c:pt>
                <c:pt idx="215">
                  <c:v>0.0126</c:v>
                </c:pt>
                <c:pt idx="216">
                  <c:v>0.0126</c:v>
                </c:pt>
                <c:pt idx="217">
                  <c:v>0.0126</c:v>
                </c:pt>
                <c:pt idx="218">
                  <c:v>0.0126</c:v>
                </c:pt>
                <c:pt idx="219">
                  <c:v>0.0126</c:v>
                </c:pt>
                <c:pt idx="220">
                  <c:v>0.0126</c:v>
                </c:pt>
                <c:pt idx="221">
                  <c:v>0.0126</c:v>
                </c:pt>
                <c:pt idx="222">
                  <c:v>0.0126</c:v>
                </c:pt>
                <c:pt idx="223">
                  <c:v>0.0126</c:v>
                </c:pt>
                <c:pt idx="224">
                  <c:v>0.0126</c:v>
                </c:pt>
                <c:pt idx="225">
                  <c:v>0.0126</c:v>
                </c:pt>
                <c:pt idx="226">
                  <c:v>0.0126</c:v>
                </c:pt>
                <c:pt idx="227">
                  <c:v>0.0126</c:v>
                </c:pt>
                <c:pt idx="228">
                  <c:v>0.0126</c:v>
                </c:pt>
                <c:pt idx="229">
                  <c:v>0.0126</c:v>
                </c:pt>
                <c:pt idx="230">
                  <c:v>0.0126</c:v>
                </c:pt>
                <c:pt idx="231">
                  <c:v>0.0126</c:v>
                </c:pt>
                <c:pt idx="232">
                  <c:v>0.0126</c:v>
                </c:pt>
                <c:pt idx="233">
                  <c:v>0.0126</c:v>
                </c:pt>
                <c:pt idx="234">
                  <c:v>0.0126</c:v>
                </c:pt>
                <c:pt idx="235">
                  <c:v>0.0126</c:v>
                </c:pt>
                <c:pt idx="236">
                  <c:v>0.0126</c:v>
                </c:pt>
                <c:pt idx="237">
                  <c:v>0.0126</c:v>
                </c:pt>
                <c:pt idx="238">
                  <c:v>0.0126</c:v>
                </c:pt>
                <c:pt idx="239">
                  <c:v>0.0126</c:v>
                </c:pt>
                <c:pt idx="240">
                  <c:v>0.0126</c:v>
                </c:pt>
                <c:pt idx="241">
                  <c:v>0.0126</c:v>
                </c:pt>
                <c:pt idx="242">
                  <c:v>0.0126</c:v>
                </c:pt>
                <c:pt idx="243">
                  <c:v>0.0126</c:v>
                </c:pt>
                <c:pt idx="244">
                  <c:v>0.0126</c:v>
                </c:pt>
                <c:pt idx="245">
                  <c:v>0.0126</c:v>
                </c:pt>
                <c:pt idx="246">
                  <c:v>0.0126</c:v>
                </c:pt>
                <c:pt idx="247">
                  <c:v>0.0126</c:v>
                </c:pt>
                <c:pt idx="248">
                  <c:v>0.0168</c:v>
                </c:pt>
                <c:pt idx="249">
                  <c:v>0.021</c:v>
                </c:pt>
                <c:pt idx="250">
                  <c:v>0.021</c:v>
                </c:pt>
                <c:pt idx="251">
                  <c:v>0.021</c:v>
                </c:pt>
                <c:pt idx="252">
                  <c:v>0.021</c:v>
                </c:pt>
                <c:pt idx="253">
                  <c:v>0.021</c:v>
                </c:pt>
                <c:pt idx="254">
                  <c:v>0.021</c:v>
                </c:pt>
                <c:pt idx="255">
                  <c:v>0.021</c:v>
                </c:pt>
                <c:pt idx="256">
                  <c:v>0.021</c:v>
                </c:pt>
                <c:pt idx="257">
                  <c:v>0.0252</c:v>
                </c:pt>
                <c:pt idx="258">
                  <c:v>0.0252</c:v>
                </c:pt>
                <c:pt idx="259">
                  <c:v>0.0252</c:v>
                </c:pt>
                <c:pt idx="260">
                  <c:v>0.0252</c:v>
                </c:pt>
                <c:pt idx="261">
                  <c:v>0.0252</c:v>
                </c:pt>
                <c:pt idx="262">
                  <c:v>0.0252</c:v>
                </c:pt>
                <c:pt idx="263">
                  <c:v>0.0252</c:v>
                </c:pt>
                <c:pt idx="264">
                  <c:v>0.0294</c:v>
                </c:pt>
                <c:pt idx="265">
                  <c:v>0.0294</c:v>
                </c:pt>
                <c:pt idx="266">
                  <c:v>0.0294</c:v>
                </c:pt>
                <c:pt idx="267">
                  <c:v>0.0294</c:v>
                </c:pt>
                <c:pt idx="268">
                  <c:v>0.0294</c:v>
                </c:pt>
                <c:pt idx="269">
                  <c:v>0.0294</c:v>
                </c:pt>
                <c:pt idx="270">
                  <c:v>0.0294</c:v>
                </c:pt>
                <c:pt idx="271">
                  <c:v>0.0294</c:v>
                </c:pt>
                <c:pt idx="272">
                  <c:v>0.0294</c:v>
                </c:pt>
                <c:pt idx="273">
                  <c:v>0.0294</c:v>
                </c:pt>
                <c:pt idx="274">
                  <c:v>0.0294</c:v>
                </c:pt>
                <c:pt idx="275">
                  <c:v>0.0294</c:v>
                </c:pt>
                <c:pt idx="276">
                  <c:v>0.0294</c:v>
                </c:pt>
                <c:pt idx="277">
                  <c:v>0.0294</c:v>
                </c:pt>
                <c:pt idx="278">
                  <c:v>0.0294</c:v>
                </c:pt>
                <c:pt idx="279">
                  <c:v>0.0294</c:v>
                </c:pt>
                <c:pt idx="280">
                  <c:v>0.0294</c:v>
                </c:pt>
                <c:pt idx="281">
                  <c:v>0.0294</c:v>
                </c:pt>
                <c:pt idx="282">
                  <c:v>0.0336</c:v>
                </c:pt>
                <c:pt idx="283">
                  <c:v>0.0336</c:v>
                </c:pt>
                <c:pt idx="284">
                  <c:v>0.0336</c:v>
                </c:pt>
                <c:pt idx="285">
                  <c:v>0.0336</c:v>
                </c:pt>
                <c:pt idx="286">
                  <c:v>0.0336</c:v>
                </c:pt>
                <c:pt idx="287">
                  <c:v>0.0336</c:v>
                </c:pt>
                <c:pt idx="288">
                  <c:v>0.0336</c:v>
                </c:pt>
                <c:pt idx="289">
                  <c:v>0.0336</c:v>
                </c:pt>
                <c:pt idx="290">
                  <c:v>0.0336</c:v>
                </c:pt>
                <c:pt idx="291">
                  <c:v>0.0336</c:v>
                </c:pt>
                <c:pt idx="292">
                  <c:v>0.0336</c:v>
                </c:pt>
                <c:pt idx="293">
                  <c:v>0.0378</c:v>
                </c:pt>
                <c:pt idx="294">
                  <c:v>0.0378</c:v>
                </c:pt>
                <c:pt idx="295">
                  <c:v>0.0378</c:v>
                </c:pt>
                <c:pt idx="296">
                  <c:v>0.0378</c:v>
                </c:pt>
                <c:pt idx="297">
                  <c:v>0.0378</c:v>
                </c:pt>
                <c:pt idx="298">
                  <c:v>0.0378</c:v>
                </c:pt>
                <c:pt idx="299">
                  <c:v>0.042</c:v>
                </c:pt>
                <c:pt idx="300">
                  <c:v>0.042</c:v>
                </c:pt>
                <c:pt idx="301">
                  <c:v>0.042</c:v>
                </c:pt>
                <c:pt idx="302">
                  <c:v>0.0462</c:v>
                </c:pt>
                <c:pt idx="303">
                  <c:v>0.0462</c:v>
                </c:pt>
                <c:pt idx="304">
                  <c:v>0.0504</c:v>
                </c:pt>
                <c:pt idx="305">
                  <c:v>0.0504</c:v>
                </c:pt>
                <c:pt idx="306">
                  <c:v>0.0504</c:v>
                </c:pt>
                <c:pt idx="307">
                  <c:v>0.0504</c:v>
                </c:pt>
                <c:pt idx="308">
                  <c:v>0.0504</c:v>
                </c:pt>
                <c:pt idx="309">
                  <c:v>0.0504</c:v>
                </c:pt>
                <c:pt idx="310">
                  <c:v>0.0504</c:v>
                </c:pt>
                <c:pt idx="311">
                  <c:v>0.0546</c:v>
                </c:pt>
                <c:pt idx="312">
                  <c:v>0.0546</c:v>
                </c:pt>
                <c:pt idx="313">
                  <c:v>0.0546</c:v>
                </c:pt>
                <c:pt idx="314">
                  <c:v>0.0546</c:v>
                </c:pt>
                <c:pt idx="315">
                  <c:v>0.0546</c:v>
                </c:pt>
                <c:pt idx="316">
                  <c:v>0.0546</c:v>
                </c:pt>
                <c:pt idx="317">
                  <c:v>0.0546</c:v>
                </c:pt>
                <c:pt idx="318">
                  <c:v>0.0546</c:v>
                </c:pt>
                <c:pt idx="319">
                  <c:v>0.0546</c:v>
                </c:pt>
                <c:pt idx="320">
                  <c:v>0.0546</c:v>
                </c:pt>
                <c:pt idx="321">
                  <c:v>0.0546</c:v>
                </c:pt>
                <c:pt idx="322">
                  <c:v>0.0546</c:v>
                </c:pt>
                <c:pt idx="323">
                  <c:v>0.0546</c:v>
                </c:pt>
                <c:pt idx="324">
                  <c:v>0.0546</c:v>
                </c:pt>
                <c:pt idx="325">
                  <c:v>0.0546</c:v>
                </c:pt>
                <c:pt idx="326">
                  <c:v>0.0546</c:v>
                </c:pt>
                <c:pt idx="327">
                  <c:v>0.0588</c:v>
                </c:pt>
                <c:pt idx="328">
                  <c:v>0.0588</c:v>
                </c:pt>
                <c:pt idx="329">
                  <c:v>0.063</c:v>
                </c:pt>
                <c:pt idx="330">
                  <c:v>0.063</c:v>
                </c:pt>
                <c:pt idx="331">
                  <c:v>0.0672</c:v>
                </c:pt>
                <c:pt idx="332">
                  <c:v>0.0672</c:v>
                </c:pt>
                <c:pt idx="333">
                  <c:v>0.0672</c:v>
                </c:pt>
                <c:pt idx="334">
                  <c:v>0.0672</c:v>
                </c:pt>
                <c:pt idx="335">
                  <c:v>0.0714</c:v>
                </c:pt>
                <c:pt idx="336">
                  <c:v>0.0756</c:v>
                </c:pt>
                <c:pt idx="337">
                  <c:v>0.0756</c:v>
                </c:pt>
                <c:pt idx="338">
                  <c:v>0.0756</c:v>
                </c:pt>
                <c:pt idx="339">
                  <c:v>0.0756</c:v>
                </c:pt>
                <c:pt idx="340">
                  <c:v>0.0756</c:v>
                </c:pt>
                <c:pt idx="341">
                  <c:v>0.0756</c:v>
                </c:pt>
                <c:pt idx="342">
                  <c:v>0.0756</c:v>
                </c:pt>
                <c:pt idx="343">
                  <c:v>0.0798</c:v>
                </c:pt>
                <c:pt idx="344">
                  <c:v>0.084</c:v>
                </c:pt>
                <c:pt idx="345">
                  <c:v>0.084</c:v>
                </c:pt>
                <c:pt idx="346">
                  <c:v>0.0882</c:v>
                </c:pt>
                <c:pt idx="347">
                  <c:v>0.0924</c:v>
                </c:pt>
                <c:pt idx="348">
                  <c:v>0.0924</c:v>
                </c:pt>
                <c:pt idx="349">
                  <c:v>0.0966</c:v>
                </c:pt>
                <c:pt idx="350">
                  <c:v>0.0966</c:v>
                </c:pt>
                <c:pt idx="351">
                  <c:v>0.1008</c:v>
                </c:pt>
                <c:pt idx="352">
                  <c:v>0.105</c:v>
                </c:pt>
                <c:pt idx="353">
                  <c:v>0.1092</c:v>
                </c:pt>
                <c:pt idx="354">
                  <c:v>0.1092</c:v>
                </c:pt>
                <c:pt idx="355">
                  <c:v>0.1134</c:v>
                </c:pt>
                <c:pt idx="356">
                  <c:v>0.1176</c:v>
                </c:pt>
                <c:pt idx="357">
                  <c:v>0.1176</c:v>
                </c:pt>
                <c:pt idx="358">
                  <c:v>0.1218</c:v>
                </c:pt>
                <c:pt idx="359">
                  <c:v>0.1261</c:v>
                </c:pt>
                <c:pt idx="360">
                  <c:v>0.1303</c:v>
                </c:pt>
                <c:pt idx="361">
                  <c:v>0.1345</c:v>
                </c:pt>
                <c:pt idx="362">
                  <c:v>0.1345</c:v>
                </c:pt>
                <c:pt idx="363">
                  <c:v>0.1387</c:v>
                </c:pt>
                <c:pt idx="364">
                  <c:v>0.1387</c:v>
                </c:pt>
                <c:pt idx="365">
                  <c:v>0.1387</c:v>
                </c:pt>
                <c:pt idx="366">
                  <c:v>0.1387</c:v>
                </c:pt>
                <c:pt idx="367">
                  <c:v>0.1429</c:v>
                </c:pt>
                <c:pt idx="368">
                  <c:v>0.1471</c:v>
                </c:pt>
                <c:pt idx="369">
                  <c:v>0.1471</c:v>
                </c:pt>
                <c:pt idx="370">
                  <c:v>0.1471</c:v>
                </c:pt>
                <c:pt idx="371">
                  <c:v>0.1471</c:v>
                </c:pt>
                <c:pt idx="372">
                  <c:v>0.1513</c:v>
                </c:pt>
                <c:pt idx="373">
                  <c:v>0.1513</c:v>
                </c:pt>
                <c:pt idx="374">
                  <c:v>0.1513</c:v>
                </c:pt>
                <c:pt idx="375">
                  <c:v>0.1555</c:v>
                </c:pt>
                <c:pt idx="376">
                  <c:v>0.1597</c:v>
                </c:pt>
                <c:pt idx="377">
                  <c:v>0.1639</c:v>
                </c:pt>
                <c:pt idx="378">
                  <c:v>0.1681</c:v>
                </c:pt>
                <c:pt idx="379">
                  <c:v>0.1681</c:v>
                </c:pt>
                <c:pt idx="380">
                  <c:v>0.1723</c:v>
                </c:pt>
                <c:pt idx="381">
                  <c:v>0.1765</c:v>
                </c:pt>
                <c:pt idx="382">
                  <c:v>0.1807</c:v>
                </c:pt>
                <c:pt idx="383">
                  <c:v>0.1807</c:v>
                </c:pt>
                <c:pt idx="384">
                  <c:v>0.1849</c:v>
                </c:pt>
                <c:pt idx="385">
                  <c:v>0.1891</c:v>
                </c:pt>
                <c:pt idx="386">
                  <c:v>0.1933</c:v>
                </c:pt>
                <c:pt idx="387">
                  <c:v>0.1975</c:v>
                </c:pt>
                <c:pt idx="388">
                  <c:v>0.2017</c:v>
                </c:pt>
                <c:pt idx="389">
                  <c:v>0.2017</c:v>
                </c:pt>
                <c:pt idx="390">
                  <c:v>0.2017</c:v>
                </c:pt>
                <c:pt idx="391">
                  <c:v>0.2059</c:v>
                </c:pt>
                <c:pt idx="392">
                  <c:v>0.2101</c:v>
                </c:pt>
                <c:pt idx="393">
                  <c:v>0.2101</c:v>
                </c:pt>
                <c:pt idx="394">
                  <c:v>0.2143</c:v>
                </c:pt>
                <c:pt idx="395">
                  <c:v>0.2185</c:v>
                </c:pt>
                <c:pt idx="396">
                  <c:v>0.2185</c:v>
                </c:pt>
                <c:pt idx="397">
                  <c:v>0.2185</c:v>
                </c:pt>
                <c:pt idx="398">
                  <c:v>0.2227</c:v>
                </c:pt>
                <c:pt idx="399">
                  <c:v>0.2269</c:v>
                </c:pt>
                <c:pt idx="400">
                  <c:v>0.2269</c:v>
                </c:pt>
                <c:pt idx="401">
                  <c:v>0.2311</c:v>
                </c:pt>
                <c:pt idx="402">
                  <c:v>0.2353</c:v>
                </c:pt>
                <c:pt idx="403">
                  <c:v>0.2395</c:v>
                </c:pt>
                <c:pt idx="404">
                  <c:v>0.2395</c:v>
                </c:pt>
                <c:pt idx="405">
                  <c:v>0.2395</c:v>
                </c:pt>
                <c:pt idx="406">
                  <c:v>0.2437</c:v>
                </c:pt>
                <c:pt idx="407">
                  <c:v>0.2479</c:v>
                </c:pt>
                <c:pt idx="408">
                  <c:v>0.2521</c:v>
                </c:pt>
                <c:pt idx="409">
                  <c:v>0.2563</c:v>
                </c:pt>
                <c:pt idx="410">
                  <c:v>0.2605</c:v>
                </c:pt>
                <c:pt idx="411">
                  <c:v>0.2605</c:v>
                </c:pt>
                <c:pt idx="412">
                  <c:v>0.2605</c:v>
                </c:pt>
                <c:pt idx="413">
                  <c:v>0.2647</c:v>
                </c:pt>
                <c:pt idx="414">
                  <c:v>0.2689</c:v>
                </c:pt>
                <c:pt idx="415">
                  <c:v>0.2731</c:v>
                </c:pt>
                <c:pt idx="416">
                  <c:v>0.2773</c:v>
                </c:pt>
                <c:pt idx="417">
                  <c:v>0.2773</c:v>
                </c:pt>
                <c:pt idx="418">
                  <c:v>0.2773</c:v>
                </c:pt>
                <c:pt idx="419">
                  <c:v>0.2773</c:v>
                </c:pt>
                <c:pt idx="420">
                  <c:v>0.2773</c:v>
                </c:pt>
                <c:pt idx="421">
                  <c:v>0.2773</c:v>
                </c:pt>
                <c:pt idx="422">
                  <c:v>0.2815</c:v>
                </c:pt>
                <c:pt idx="423">
                  <c:v>0.2857</c:v>
                </c:pt>
                <c:pt idx="424">
                  <c:v>0.2857</c:v>
                </c:pt>
                <c:pt idx="425">
                  <c:v>0.2899</c:v>
                </c:pt>
                <c:pt idx="426">
                  <c:v>0.2899</c:v>
                </c:pt>
                <c:pt idx="427">
                  <c:v>0.2941</c:v>
                </c:pt>
                <c:pt idx="428">
                  <c:v>0.2983</c:v>
                </c:pt>
                <c:pt idx="429">
                  <c:v>0.2983</c:v>
                </c:pt>
                <c:pt idx="430">
                  <c:v>0.3025</c:v>
                </c:pt>
                <c:pt idx="431">
                  <c:v>0.3067</c:v>
                </c:pt>
                <c:pt idx="432">
                  <c:v>0.3067</c:v>
                </c:pt>
                <c:pt idx="433">
                  <c:v>0.3109</c:v>
                </c:pt>
                <c:pt idx="434">
                  <c:v>0.3109</c:v>
                </c:pt>
                <c:pt idx="435">
                  <c:v>0.3109</c:v>
                </c:pt>
                <c:pt idx="436">
                  <c:v>0.3151</c:v>
                </c:pt>
                <c:pt idx="437">
                  <c:v>0.3193</c:v>
                </c:pt>
                <c:pt idx="438">
                  <c:v>0.3235</c:v>
                </c:pt>
                <c:pt idx="439">
                  <c:v>0.3277</c:v>
                </c:pt>
                <c:pt idx="440">
                  <c:v>0.3319</c:v>
                </c:pt>
                <c:pt idx="441">
                  <c:v>0.3361</c:v>
                </c:pt>
                <c:pt idx="442">
                  <c:v>0.3403</c:v>
                </c:pt>
                <c:pt idx="443">
                  <c:v>0.3445</c:v>
                </c:pt>
                <c:pt idx="444">
                  <c:v>0.3445</c:v>
                </c:pt>
                <c:pt idx="445">
                  <c:v>0.3487</c:v>
                </c:pt>
                <c:pt idx="446">
                  <c:v>0.3529</c:v>
                </c:pt>
                <c:pt idx="447">
                  <c:v>0.3529</c:v>
                </c:pt>
                <c:pt idx="448">
                  <c:v>0.3529</c:v>
                </c:pt>
                <c:pt idx="449">
                  <c:v>0.3529</c:v>
                </c:pt>
                <c:pt idx="450">
                  <c:v>0.3571</c:v>
                </c:pt>
                <c:pt idx="451">
                  <c:v>0.3613</c:v>
                </c:pt>
                <c:pt idx="452">
                  <c:v>0.3613</c:v>
                </c:pt>
                <c:pt idx="453">
                  <c:v>0.3613</c:v>
                </c:pt>
                <c:pt idx="454">
                  <c:v>0.3655</c:v>
                </c:pt>
                <c:pt idx="455">
                  <c:v>0.3697</c:v>
                </c:pt>
                <c:pt idx="456">
                  <c:v>0.3739</c:v>
                </c:pt>
                <c:pt idx="457">
                  <c:v>0.3782</c:v>
                </c:pt>
                <c:pt idx="458">
                  <c:v>0.3824</c:v>
                </c:pt>
                <c:pt idx="459">
                  <c:v>0.3866</c:v>
                </c:pt>
                <c:pt idx="460">
                  <c:v>0.3908</c:v>
                </c:pt>
                <c:pt idx="461">
                  <c:v>0.395</c:v>
                </c:pt>
                <c:pt idx="462">
                  <c:v>0.3992</c:v>
                </c:pt>
                <c:pt idx="463">
                  <c:v>0.4034</c:v>
                </c:pt>
                <c:pt idx="464">
                  <c:v>0.4076</c:v>
                </c:pt>
                <c:pt idx="465">
                  <c:v>0.4118</c:v>
                </c:pt>
                <c:pt idx="466">
                  <c:v>0.416</c:v>
                </c:pt>
                <c:pt idx="467">
                  <c:v>0.4202</c:v>
                </c:pt>
                <c:pt idx="468">
                  <c:v>0.4244</c:v>
                </c:pt>
                <c:pt idx="469">
                  <c:v>0.4286</c:v>
                </c:pt>
                <c:pt idx="470">
                  <c:v>0.4328</c:v>
                </c:pt>
                <c:pt idx="471">
                  <c:v>0.437</c:v>
                </c:pt>
                <c:pt idx="472">
                  <c:v>0.437</c:v>
                </c:pt>
                <c:pt idx="473">
                  <c:v>0.4412</c:v>
                </c:pt>
                <c:pt idx="474">
                  <c:v>0.4454</c:v>
                </c:pt>
                <c:pt idx="475">
                  <c:v>0.4496</c:v>
                </c:pt>
                <c:pt idx="476">
                  <c:v>0.4538</c:v>
                </c:pt>
                <c:pt idx="477">
                  <c:v>0.458</c:v>
                </c:pt>
                <c:pt idx="478">
                  <c:v>0.4622</c:v>
                </c:pt>
                <c:pt idx="479">
                  <c:v>0.4664</c:v>
                </c:pt>
                <c:pt idx="480">
                  <c:v>0.4706</c:v>
                </c:pt>
                <c:pt idx="481">
                  <c:v>0.4748</c:v>
                </c:pt>
                <c:pt idx="482">
                  <c:v>0.479</c:v>
                </c:pt>
                <c:pt idx="483">
                  <c:v>0.4832</c:v>
                </c:pt>
                <c:pt idx="484">
                  <c:v>0.4874</c:v>
                </c:pt>
                <c:pt idx="485">
                  <c:v>0.4916</c:v>
                </c:pt>
                <c:pt idx="486">
                  <c:v>0.4958</c:v>
                </c:pt>
                <c:pt idx="487">
                  <c:v>0.5</c:v>
                </c:pt>
                <c:pt idx="488">
                  <c:v>0.5042</c:v>
                </c:pt>
                <c:pt idx="489">
                  <c:v>0.5084</c:v>
                </c:pt>
                <c:pt idx="490">
                  <c:v>0.5126</c:v>
                </c:pt>
                <c:pt idx="491">
                  <c:v>0.5168</c:v>
                </c:pt>
                <c:pt idx="492">
                  <c:v>0.521</c:v>
                </c:pt>
                <c:pt idx="493">
                  <c:v>0.5252</c:v>
                </c:pt>
                <c:pt idx="494">
                  <c:v>0.5294</c:v>
                </c:pt>
                <c:pt idx="495">
                  <c:v>0.5336</c:v>
                </c:pt>
                <c:pt idx="496">
                  <c:v>0.5378</c:v>
                </c:pt>
                <c:pt idx="497">
                  <c:v>0.542</c:v>
                </c:pt>
                <c:pt idx="498">
                  <c:v>0.5462</c:v>
                </c:pt>
                <c:pt idx="499">
                  <c:v>0.5504</c:v>
                </c:pt>
                <c:pt idx="500">
                  <c:v>0.5546</c:v>
                </c:pt>
                <c:pt idx="501">
                  <c:v>0.5588</c:v>
                </c:pt>
                <c:pt idx="502">
                  <c:v>0.563</c:v>
                </c:pt>
                <c:pt idx="503">
                  <c:v>0.5672</c:v>
                </c:pt>
                <c:pt idx="504">
                  <c:v>0.5714</c:v>
                </c:pt>
                <c:pt idx="505">
                  <c:v>0.5756</c:v>
                </c:pt>
                <c:pt idx="506">
                  <c:v>0.5798</c:v>
                </c:pt>
                <c:pt idx="507">
                  <c:v>0.584</c:v>
                </c:pt>
                <c:pt idx="508">
                  <c:v>0.5882</c:v>
                </c:pt>
                <c:pt idx="509">
                  <c:v>0.5924</c:v>
                </c:pt>
                <c:pt idx="510">
                  <c:v>0.5966</c:v>
                </c:pt>
                <c:pt idx="511">
                  <c:v>0.6008</c:v>
                </c:pt>
                <c:pt idx="512">
                  <c:v>0.605</c:v>
                </c:pt>
                <c:pt idx="513">
                  <c:v>0.6092</c:v>
                </c:pt>
                <c:pt idx="514">
                  <c:v>0.6134</c:v>
                </c:pt>
                <c:pt idx="515">
                  <c:v>0.6176</c:v>
                </c:pt>
                <c:pt idx="516">
                  <c:v>0.6218</c:v>
                </c:pt>
                <c:pt idx="517">
                  <c:v>0.6261</c:v>
                </c:pt>
                <c:pt idx="518">
                  <c:v>0.6303</c:v>
                </c:pt>
                <c:pt idx="519">
                  <c:v>0.6345</c:v>
                </c:pt>
                <c:pt idx="520">
                  <c:v>0.6387</c:v>
                </c:pt>
                <c:pt idx="521">
                  <c:v>0.6429</c:v>
                </c:pt>
                <c:pt idx="522">
                  <c:v>0.6471</c:v>
                </c:pt>
                <c:pt idx="523">
                  <c:v>0.6513</c:v>
                </c:pt>
                <c:pt idx="524">
                  <c:v>0.6555</c:v>
                </c:pt>
                <c:pt idx="525">
                  <c:v>0.6597</c:v>
                </c:pt>
                <c:pt idx="526">
                  <c:v>0.6639</c:v>
                </c:pt>
                <c:pt idx="527">
                  <c:v>0.6681</c:v>
                </c:pt>
                <c:pt idx="528">
                  <c:v>0.6723</c:v>
                </c:pt>
                <c:pt idx="529">
                  <c:v>0.6765</c:v>
                </c:pt>
                <c:pt idx="530">
                  <c:v>0.6807</c:v>
                </c:pt>
                <c:pt idx="531">
                  <c:v>0.6849</c:v>
                </c:pt>
                <c:pt idx="532">
                  <c:v>0.6891</c:v>
                </c:pt>
                <c:pt idx="533">
                  <c:v>0.6933</c:v>
                </c:pt>
                <c:pt idx="534">
                  <c:v>0.6975</c:v>
                </c:pt>
                <c:pt idx="535">
                  <c:v>0.7017</c:v>
                </c:pt>
                <c:pt idx="536">
                  <c:v>0.7059</c:v>
                </c:pt>
                <c:pt idx="537">
                  <c:v>0.7101</c:v>
                </c:pt>
                <c:pt idx="538">
                  <c:v>0.7143</c:v>
                </c:pt>
                <c:pt idx="539">
                  <c:v>0.7185</c:v>
                </c:pt>
                <c:pt idx="540">
                  <c:v>0.7227</c:v>
                </c:pt>
                <c:pt idx="541">
                  <c:v>0.7269</c:v>
                </c:pt>
                <c:pt idx="542">
                  <c:v>0.7311</c:v>
                </c:pt>
                <c:pt idx="543">
                  <c:v>0.7353</c:v>
                </c:pt>
                <c:pt idx="544">
                  <c:v>0.7395</c:v>
                </c:pt>
                <c:pt idx="545">
                  <c:v>0.7437</c:v>
                </c:pt>
                <c:pt idx="546">
                  <c:v>0.7479</c:v>
                </c:pt>
                <c:pt idx="547">
                  <c:v>0.7521</c:v>
                </c:pt>
                <c:pt idx="548">
                  <c:v>0.7563</c:v>
                </c:pt>
                <c:pt idx="549">
                  <c:v>0.7605</c:v>
                </c:pt>
                <c:pt idx="550">
                  <c:v>0.7647</c:v>
                </c:pt>
                <c:pt idx="551">
                  <c:v>0.7689</c:v>
                </c:pt>
                <c:pt idx="552">
                  <c:v>0.7731</c:v>
                </c:pt>
                <c:pt idx="553">
                  <c:v>0.7773</c:v>
                </c:pt>
                <c:pt idx="554">
                  <c:v>0.7815</c:v>
                </c:pt>
                <c:pt idx="555">
                  <c:v>0.7857</c:v>
                </c:pt>
                <c:pt idx="556">
                  <c:v>0.7899</c:v>
                </c:pt>
                <c:pt idx="557">
                  <c:v>0.7941</c:v>
                </c:pt>
                <c:pt idx="558">
                  <c:v>0.7983</c:v>
                </c:pt>
                <c:pt idx="559">
                  <c:v>0.8025</c:v>
                </c:pt>
                <c:pt idx="560">
                  <c:v>0.8067</c:v>
                </c:pt>
                <c:pt idx="561">
                  <c:v>0.8109</c:v>
                </c:pt>
                <c:pt idx="562">
                  <c:v>0.8151</c:v>
                </c:pt>
                <c:pt idx="563">
                  <c:v>0.8193</c:v>
                </c:pt>
                <c:pt idx="564">
                  <c:v>0.8235</c:v>
                </c:pt>
                <c:pt idx="565">
                  <c:v>0.8277</c:v>
                </c:pt>
                <c:pt idx="566">
                  <c:v>0.8319</c:v>
                </c:pt>
                <c:pt idx="567">
                  <c:v>0.8361</c:v>
                </c:pt>
                <c:pt idx="568">
                  <c:v>0.8403</c:v>
                </c:pt>
                <c:pt idx="569">
                  <c:v>0.8445</c:v>
                </c:pt>
                <c:pt idx="570">
                  <c:v>0.8487</c:v>
                </c:pt>
                <c:pt idx="571">
                  <c:v>0.8529</c:v>
                </c:pt>
                <c:pt idx="572">
                  <c:v>0.8571</c:v>
                </c:pt>
                <c:pt idx="573">
                  <c:v>0.8613</c:v>
                </c:pt>
                <c:pt idx="574">
                  <c:v>0.8655</c:v>
                </c:pt>
                <c:pt idx="575">
                  <c:v>0.8697</c:v>
                </c:pt>
                <c:pt idx="576">
                  <c:v>0.8739</c:v>
                </c:pt>
                <c:pt idx="577">
                  <c:v>0.8782</c:v>
                </c:pt>
                <c:pt idx="578">
                  <c:v>0.8824</c:v>
                </c:pt>
                <c:pt idx="579">
                  <c:v>0.8866</c:v>
                </c:pt>
                <c:pt idx="580">
                  <c:v>0.8908</c:v>
                </c:pt>
                <c:pt idx="581">
                  <c:v>0.895</c:v>
                </c:pt>
                <c:pt idx="582">
                  <c:v>0.8992</c:v>
                </c:pt>
                <c:pt idx="583">
                  <c:v>0.9034</c:v>
                </c:pt>
                <c:pt idx="584">
                  <c:v>0.9076</c:v>
                </c:pt>
                <c:pt idx="585">
                  <c:v>0.9118</c:v>
                </c:pt>
                <c:pt idx="586">
                  <c:v>0.916</c:v>
                </c:pt>
                <c:pt idx="587">
                  <c:v>0.9202</c:v>
                </c:pt>
                <c:pt idx="588">
                  <c:v>0.9244</c:v>
                </c:pt>
                <c:pt idx="589">
                  <c:v>0.9286</c:v>
                </c:pt>
                <c:pt idx="590">
                  <c:v>0.9328</c:v>
                </c:pt>
                <c:pt idx="591">
                  <c:v>0.937</c:v>
                </c:pt>
                <c:pt idx="592">
                  <c:v>0.9412</c:v>
                </c:pt>
                <c:pt idx="593">
                  <c:v>0.9454</c:v>
                </c:pt>
                <c:pt idx="594">
                  <c:v>0.9496</c:v>
                </c:pt>
                <c:pt idx="595">
                  <c:v>0.9538</c:v>
                </c:pt>
                <c:pt idx="596">
                  <c:v>0.958</c:v>
                </c:pt>
                <c:pt idx="597">
                  <c:v>0.9622</c:v>
                </c:pt>
                <c:pt idx="598">
                  <c:v>0.9664</c:v>
                </c:pt>
                <c:pt idx="599">
                  <c:v>0.9706</c:v>
                </c:pt>
                <c:pt idx="600">
                  <c:v>0.9748</c:v>
                </c:pt>
                <c:pt idx="601">
                  <c:v>0.979</c:v>
                </c:pt>
                <c:pt idx="602">
                  <c:v>0.9832</c:v>
                </c:pt>
                <c:pt idx="603">
                  <c:v>0.9874</c:v>
                </c:pt>
                <c:pt idx="604">
                  <c:v>0.9916</c:v>
                </c:pt>
                <c:pt idx="605">
                  <c:v>0.9958</c:v>
                </c:pt>
                <c:pt idx="606">
                  <c:v>1</c:v>
                </c:pt>
              </c:numCache>
            </c:numRef>
          </c:xVal>
          <c:yVal>
            <c:numRef>
              <c:f>'Chart Data'!$D$2:$D$608</c:f>
              <c:numCache>
                <c:formatCode>0.0</c:formatCode>
                <c:ptCount val="607"/>
                <c:pt idx="0">
                  <c:v>0</c:v>
                </c:pt>
                <c:pt idx="1">
                  <c:v>0.0027</c:v>
                </c:pt>
                <c:pt idx="2">
                  <c:v>0.0054</c:v>
                </c:pt>
                <c:pt idx="3">
                  <c:v>0.0082</c:v>
                </c:pt>
                <c:pt idx="4">
                  <c:v>0.0109</c:v>
                </c:pt>
                <c:pt idx="5">
                  <c:v>0.0136</c:v>
                </c:pt>
                <c:pt idx="6">
                  <c:v>0.0163</c:v>
                </c:pt>
                <c:pt idx="7">
                  <c:v>0.019</c:v>
                </c:pt>
                <c:pt idx="8">
                  <c:v>0.0217</c:v>
                </c:pt>
                <c:pt idx="9">
                  <c:v>0.0245</c:v>
                </c:pt>
                <c:pt idx="10">
                  <c:v>0.0272</c:v>
                </c:pt>
                <c:pt idx="11">
                  <c:v>0.0299</c:v>
                </c:pt>
                <c:pt idx="12">
                  <c:v>0.0326</c:v>
                </c:pt>
                <c:pt idx="13">
                  <c:v>0.0353</c:v>
                </c:pt>
                <c:pt idx="14">
                  <c:v>0.038</c:v>
                </c:pt>
                <c:pt idx="15">
                  <c:v>0.0408</c:v>
                </c:pt>
                <c:pt idx="16">
                  <c:v>0.0435</c:v>
                </c:pt>
                <c:pt idx="17">
                  <c:v>0.0462</c:v>
                </c:pt>
                <c:pt idx="18">
                  <c:v>0.0489</c:v>
                </c:pt>
                <c:pt idx="19">
                  <c:v>0.0516</c:v>
                </c:pt>
                <c:pt idx="20">
                  <c:v>0.0543</c:v>
                </c:pt>
                <c:pt idx="21">
                  <c:v>0.0571</c:v>
                </c:pt>
                <c:pt idx="22">
                  <c:v>0.0598</c:v>
                </c:pt>
                <c:pt idx="23">
                  <c:v>0.0625</c:v>
                </c:pt>
                <c:pt idx="24">
                  <c:v>0.0652</c:v>
                </c:pt>
                <c:pt idx="25">
                  <c:v>0.0679</c:v>
                </c:pt>
                <c:pt idx="26">
                  <c:v>0.0707</c:v>
                </c:pt>
                <c:pt idx="27">
                  <c:v>0.0734</c:v>
                </c:pt>
                <c:pt idx="28">
                  <c:v>0.0761</c:v>
                </c:pt>
                <c:pt idx="29">
                  <c:v>0.0788</c:v>
                </c:pt>
                <c:pt idx="30">
                  <c:v>0.0815</c:v>
                </c:pt>
                <c:pt idx="31">
                  <c:v>0.0842</c:v>
                </c:pt>
                <c:pt idx="32">
                  <c:v>0.087</c:v>
                </c:pt>
                <c:pt idx="33">
                  <c:v>0.0897</c:v>
                </c:pt>
                <c:pt idx="34">
                  <c:v>0.0924</c:v>
                </c:pt>
                <c:pt idx="35">
                  <c:v>0.0951</c:v>
                </c:pt>
                <c:pt idx="36">
                  <c:v>0.0978</c:v>
                </c:pt>
                <c:pt idx="37">
                  <c:v>0.1005</c:v>
                </c:pt>
                <c:pt idx="38">
                  <c:v>0.1033</c:v>
                </c:pt>
                <c:pt idx="39">
                  <c:v>0.106</c:v>
                </c:pt>
                <c:pt idx="40">
                  <c:v>0.1087</c:v>
                </c:pt>
                <c:pt idx="41">
                  <c:v>0.1114</c:v>
                </c:pt>
                <c:pt idx="42">
                  <c:v>0.1141</c:v>
                </c:pt>
                <c:pt idx="43">
                  <c:v>0.1168</c:v>
                </c:pt>
                <c:pt idx="44">
                  <c:v>0.1196</c:v>
                </c:pt>
                <c:pt idx="45">
                  <c:v>0.1223</c:v>
                </c:pt>
                <c:pt idx="46">
                  <c:v>0.125</c:v>
                </c:pt>
                <c:pt idx="47">
                  <c:v>0.1277</c:v>
                </c:pt>
                <c:pt idx="48">
                  <c:v>0.1304</c:v>
                </c:pt>
                <c:pt idx="49">
                  <c:v>0.1332</c:v>
                </c:pt>
                <c:pt idx="50">
                  <c:v>0.1359</c:v>
                </c:pt>
                <c:pt idx="51">
                  <c:v>0.1386</c:v>
                </c:pt>
                <c:pt idx="52">
                  <c:v>0.1413</c:v>
                </c:pt>
                <c:pt idx="53">
                  <c:v>0.144</c:v>
                </c:pt>
                <c:pt idx="54">
                  <c:v>0.1467</c:v>
                </c:pt>
                <c:pt idx="55">
                  <c:v>0.1495</c:v>
                </c:pt>
                <c:pt idx="56">
                  <c:v>0.1522</c:v>
                </c:pt>
                <c:pt idx="57">
                  <c:v>0.1549</c:v>
                </c:pt>
                <c:pt idx="58">
                  <c:v>0.1576</c:v>
                </c:pt>
                <c:pt idx="59">
                  <c:v>0.1603</c:v>
                </c:pt>
                <c:pt idx="60">
                  <c:v>0.163</c:v>
                </c:pt>
                <c:pt idx="61">
                  <c:v>0.1658</c:v>
                </c:pt>
                <c:pt idx="62">
                  <c:v>0.1685</c:v>
                </c:pt>
                <c:pt idx="63">
                  <c:v>0.1712</c:v>
                </c:pt>
                <c:pt idx="64">
                  <c:v>0.1739</c:v>
                </c:pt>
                <c:pt idx="65">
                  <c:v>0.1766</c:v>
                </c:pt>
                <c:pt idx="66">
                  <c:v>0.1766</c:v>
                </c:pt>
                <c:pt idx="67">
                  <c:v>0.1793</c:v>
                </c:pt>
                <c:pt idx="68">
                  <c:v>0.1821</c:v>
                </c:pt>
                <c:pt idx="69">
                  <c:v>0.1848</c:v>
                </c:pt>
                <c:pt idx="70">
                  <c:v>0.1875</c:v>
                </c:pt>
                <c:pt idx="71">
                  <c:v>0.1902</c:v>
                </c:pt>
                <c:pt idx="72">
                  <c:v>0.1929</c:v>
                </c:pt>
                <c:pt idx="73">
                  <c:v>0.1957</c:v>
                </c:pt>
                <c:pt idx="74">
                  <c:v>0.1984</c:v>
                </c:pt>
                <c:pt idx="75">
                  <c:v>0.2011</c:v>
                </c:pt>
                <c:pt idx="76">
                  <c:v>0.2038</c:v>
                </c:pt>
                <c:pt idx="77">
                  <c:v>0.2065</c:v>
                </c:pt>
                <c:pt idx="78">
                  <c:v>0.2092</c:v>
                </c:pt>
                <c:pt idx="79">
                  <c:v>0.212</c:v>
                </c:pt>
                <c:pt idx="80">
                  <c:v>0.2147</c:v>
                </c:pt>
                <c:pt idx="81">
                  <c:v>0.2174</c:v>
                </c:pt>
                <c:pt idx="82">
                  <c:v>0.2201</c:v>
                </c:pt>
                <c:pt idx="83">
                  <c:v>0.2228</c:v>
                </c:pt>
                <c:pt idx="84">
                  <c:v>0.2255</c:v>
                </c:pt>
                <c:pt idx="85">
                  <c:v>0.2283</c:v>
                </c:pt>
                <c:pt idx="86">
                  <c:v>0.231</c:v>
                </c:pt>
                <c:pt idx="87">
                  <c:v>0.2337</c:v>
                </c:pt>
                <c:pt idx="88">
                  <c:v>0.2364</c:v>
                </c:pt>
                <c:pt idx="89">
                  <c:v>0.2391</c:v>
                </c:pt>
                <c:pt idx="90">
                  <c:v>0.2418</c:v>
                </c:pt>
                <c:pt idx="91">
                  <c:v>0.2446</c:v>
                </c:pt>
                <c:pt idx="92">
                  <c:v>0.2473</c:v>
                </c:pt>
                <c:pt idx="93">
                  <c:v>0.25</c:v>
                </c:pt>
                <c:pt idx="94">
                  <c:v>0.2527</c:v>
                </c:pt>
                <c:pt idx="95">
                  <c:v>0.2554</c:v>
                </c:pt>
                <c:pt idx="96">
                  <c:v>0.2582</c:v>
                </c:pt>
                <c:pt idx="97">
                  <c:v>0.2609</c:v>
                </c:pt>
                <c:pt idx="98">
                  <c:v>0.2636</c:v>
                </c:pt>
                <c:pt idx="99">
                  <c:v>0.2663</c:v>
                </c:pt>
                <c:pt idx="100">
                  <c:v>0.269</c:v>
                </c:pt>
                <c:pt idx="101">
                  <c:v>0.2717</c:v>
                </c:pt>
                <c:pt idx="102">
                  <c:v>0.2745</c:v>
                </c:pt>
                <c:pt idx="103">
                  <c:v>0.2772</c:v>
                </c:pt>
                <c:pt idx="104">
                  <c:v>0.2799</c:v>
                </c:pt>
                <c:pt idx="105">
                  <c:v>0.2826</c:v>
                </c:pt>
                <c:pt idx="106">
                  <c:v>0.2853</c:v>
                </c:pt>
                <c:pt idx="107">
                  <c:v>0.288</c:v>
                </c:pt>
                <c:pt idx="108">
                  <c:v>0.2908</c:v>
                </c:pt>
                <c:pt idx="109">
                  <c:v>0.2935</c:v>
                </c:pt>
                <c:pt idx="110">
                  <c:v>0.2962</c:v>
                </c:pt>
                <c:pt idx="111">
                  <c:v>0.2989</c:v>
                </c:pt>
                <c:pt idx="112">
                  <c:v>0.3016</c:v>
                </c:pt>
                <c:pt idx="113">
                  <c:v>0.3043</c:v>
                </c:pt>
                <c:pt idx="114">
                  <c:v>0.3071</c:v>
                </c:pt>
                <c:pt idx="115">
                  <c:v>0.3098</c:v>
                </c:pt>
                <c:pt idx="116">
                  <c:v>0.3125</c:v>
                </c:pt>
                <c:pt idx="117">
                  <c:v>0.3152</c:v>
                </c:pt>
                <c:pt idx="118">
                  <c:v>0.3179</c:v>
                </c:pt>
                <c:pt idx="119">
                  <c:v>0.3207</c:v>
                </c:pt>
                <c:pt idx="120">
                  <c:v>0.3234</c:v>
                </c:pt>
                <c:pt idx="121">
                  <c:v>0.3261</c:v>
                </c:pt>
                <c:pt idx="122">
                  <c:v>0.3288</c:v>
                </c:pt>
                <c:pt idx="123">
                  <c:v>0.3315</c:v>
                </c:pt>
                <c:pt idx="124">
                  <c:v>0.3342</c:v>
                </c:pt>
                <c:pt idx="125">
                  <c:v>0.337</c:v>
                </c:pt>
                <c:pt idx="126">
                  <c:v>0.3397</c:v>
                </c:pt>
                <c:pt idx="127">
                  <c:v>0.3424</c:v>
                </c:pt>
                <c:pt idx="128">
                  <c:v>0.3451</c:v>
                </c:pt>
                <c:pt idx="129">
                  <c:v>0.3478</c:v>
                </c:pt>
                <c:pt idx="130">
                  <c:v>0.3505</c:v>
                </c:pt>
                <c:pt idx="131">
                  <c:v>0.3533</c:v>
                </c:pt>
                <c:pt idx="132">
                  <c:v>0.3533</c:v>
                </c:pt>
                <c:pt idx="133">
                  <c:v>0.356</c:v>
                </c:pt>
                <c:pt idx="134">
                  <c:v>0.3587</c:v>
                </c:pt>
                <c:pt idx="135">
                  <c:v>0.3614</c:v>
                </c:pt>
                <c:pt idx="136">
                  <c:v>0.3641</c:v>
                </c:pt>
                <c:pt idx="137">
                  <c:v>0.3641</c:v>
                </c:pt>
                <c:pt idx="138">
                  <c:v>0.3668</c:v>
                </c:pt>
                <c:pt idx="139">
                  <c:v>0.3696</c:v>
                </c:pt>
                <c:pt idx="140">
                  <c:v>0.3723</c:v>
                </c:pt>
                <c:pt idx="141">
                  <c:v>0.375</c:v>
                </c:pt>
                <c:pt idx="142">
                  <c:v>0.3777</c:v>
                </c:pt>
                <c:pt idx="143">
                  <c:v>0.3804</c:v>
                </c:pt>
                <c:pt idx="144">
                  <c:v>0.3832</c:v>
                </c:pt>
                <c:pt idx="145">
                  <c:v>0.3859</c:v>
                </c:pt>
                <c:pt idx="146">
                  <c:v>0.3886</c:v>
                </c:pt>
                <c:pt idx="147">
                  <c:v>0.3913</c:v>
                </c:pt>
                <c:pt idx="148">
                  <c:v>0.394</c:v>
                </c:pt>
                <c:pt idx="149">
                  <c:v>0.3967</c:v>
                </c:pt>
                <c:pt idx="150">
                  <c:v>0.3995</c:v>
                </c:pt>
                <c:pt idx="151">
                  <c:v>0.4022</c:v>
                </c:pt>
                <c:pt idx="152">
                  <c:v>0.4049</c:v>
                </c:pt>
                <c:pt idx="153">
                  <c:v>0.4076</c:v>
                </c:pt>
                <c:pt idx="154">
                  <c:v>0.4103</c:v>
                </c:pt>
                <c:pt idx="155">
                  <c:v>0.413</c:v>
                </c:pt>
                <c:pt idx="156">
                  <c:v>0.4158</c:v>
                </c:pt>
                <c:pt idx="157">
                  <c:v>0.4185</c:v>
                </c:pt>
                <c:pt idx="158">
                  <c:v>0.4212</c:v>
                </c:pt>
                <c:pt idx="159">
                  <c:v>0.4239</c:v>
                </c:pt>
                <c:pt idx="160">
                  <c:v>0.4266</c:v>
                </c:pt>
                <c:pt idx="161">
                  <c:v>0.4293</c:v>
                </c:pt>
                <c:pt idx="162">
                  <c:v>0.4321</c:v>
                </c:pt>
                <c:pt idx="163">
                  <c:v>0.4348</c:v>
                </c:pt>
                <c:pt idx="164">
                  <c:v>0.4375</c:v>
                </c:pt>
                <c:pt idx="165">
                  <c:v>0.4402</c:v>
                </c:pt>
                <c:pt idx="166">
                  <c:v>0.4429</c:v>
                </c:pt>
                <c:pt idx="167">
                  <c:v>0.4457</c:v>
                </c:pt>
                <c:pt idx="168">
                  <c:v>0.4484</c:v>
                </c:pt>
                <c:pt idx="169">
                  <c:v>0.4511</c:v>
                </c:pt>
                <c:pt idx="170">
                  <c:v>0.4538</c:v>
                </c:pt>
                <c:pt idx="171">
                  <c:v>0.4565</c:v>
                </c:pt>
                <c:pt idx="172">
                  <c:v>0.4592</c:v>
                </c:pt>
                <c:pt idx="173">
                  <c:v>0.462</c:v>
                </c:pt>
                <c:pt idx="174">
                  <c:v>0.4647</c:v>
                </c:pt>
                <c:pt idx="175">
                  <c:v>0.4674</c:v>
                </c:pt>
                <c:pt idx="176">
                  <c:v>0.4701</c:v>
                </c:pt>
                <c:pt idx="177">
                  <c:v>0.4728</c:v>
                </c:pt>
                <c:pt idx="178">
                  <c:v>0.4755</c:v>
                </c:pt>
                <c:pt idx="179">
                  <c:v>0.4783</c:v>
                </c:pt>
                <c:pt idx="180">
                  <c:v>0.481</c:v>
                </c:pt>
                <c:pt idx="181">
                  <c:v>0.4837</c:v>
                </c:pt>
                <c:pt idx="182">
                  <c:v>0.4864</c:v>
                </c:pt>
                <c:pt idx="183">
                  <c:v>0.4891</c:v>
                </c:pt>
                <c:pt idx="184">
                  <c:v>0.4918</c:v>
                </c:pt>
                <c:pt idx="185">
                  <c:v>0.4946</c:v>
                </c:pt>
                <c:pt idx="186">
                  <c:v>0.4973</c:v>
                </c:pt>
                <c:pt idx="187">
                  <c:v>0.5</c:v>
                </c:pt>
                <c:pt idx="188">
                  <c:v>0.5027</c:v>
                </c:pt>
                <c:pt idx="189">
                  <c:v>0.5054</c:v>
                </c:pt>
                <c:pt idx="190">
                  <c:v>0.5082</c:v>
                </c:pt>
                <c:pt idx="191">
                  <c:v>0.5109</c:v>
                </c:pt>
                <c:pt idx="192">
                  <c:v>0.5136</c:v>
                </c:pt>
                <c:pt idx="193">
                  <c:v>0.5163</c:v>
                </c:pt>
                <c:pt idx="194">
                  <c:v>0.519</c:v>
                </c:pt>
                <c:pt idx="195">
                  <c:v>0.5217</c:v>
                </c:pt>
                <c:pt idx="196">
                  <c:v>0.5245</c:v>
                </c:pt>
                <c:pt idx="197">
                  <c:v>0.5272</c:v>
                </c:pt>
                <c:pt idx="198">
                  <c:v>0.5299</c:v>
                </c:pt>
                <c:pt idx="199">
                  <c:v>0.5326</c:v>
                </c:pt>
                <c:pt idx="200">
                  <c:v>0.5353</c:v>
                </c:pt>
                <c:pt idx="201">
                  <c:v>0.538</c:v>
                </c:pt>
                <c:pt idx="202">
                  <c:v>0.5408</c:v>
                </c:pt>
                <c:pt idx="203">
                  <c:v>0.5435</c:v>
                </c:pt>
                <c:pt idx="204">
                  <c:v>0.5462</c:v>
                </c:pt>
                <c:pt idx="205">
                  <c:v>0.5489</c:v>
                </c:pt>
                <c:pt idx="206">
                  <c:v>0.5516</c:v>
                </c:pt>
                <c:pt idx="207">
                  <c:v>0.5543</c:v>
                </c:pt>
                <c:pt idx="208">
                  <c:v>0.5571</c:v>
                </c:pt>
                <c:pt idx="209">
                  <c:v>0.5598</c:v>
                </c:pt>
                <c:pt idx="210">
                  <c:v>0.5625</c:v>
                </c:pt>
                <c:pt idx="211">
                  <c:v>0.5652</c:v>
                </c:pt>
                <c:pt idx="212">
                  <c:v>0.5679</c:v>
                </c:pt>
                <c:pt idx="213">
                  <c:v>0.5707</c:v>
                </c:pt>
                <c:pt idx="214">
                  <c:v>0.5734</c:v>
                </c:pt>
                <c:pt idx="215">
                  <c:v>0.5761</c:v>
                </c:pt>
                <c:pt idx="216">
                  <c:v>0.5788</c:v>
                </c:pt>
                <c:pt idx="217">
                  <c:v>0.5815</c:v>
                </c:pt>
                <c:pt idx="218">
                  <c:v>0.5842</c:v>
                </c:pt>
                <c:pt idx="219">
                  <c:v>0.587</c:v>
                </c:pt>
                <c:pt idx="220">
                  <c:v>0.5897</c:v>
                </c:pt>
                <c:pt idx="221">
                  <c:v>0.5924</c:v>
                </c:pt>
                <c:pt idx="222">
                  <c:v>0.5951</c:v>
                </c:pt>
                <c:pt idx="223">
                  <c:v>0.5978</c:v>
                </c:pt>
                <c:pt idx="224">
                  <c:v>0.6005</c:v>
                </c:pt>
                <c:pt idx="225">
                  <c:v>0.6033</c:v>
                </c:pt>
                <c:pt idx="226">
                  <c:v>0.606</c:v>
                </c:pt>
                <c:pt idx="227">
                  <c:v>0.6087</c:v>
                </c:pt>
                <c:pt idx="228">
                  <c:v>0.6114</c:v>
                </c:pt>
                <c:pt idx="229">
                  <c:v>0.6141</c:v>
                </c:pt>
                <c:pt idx="230">
                  <c:v>0.6168</c:v>
                </c:pt>
                <c:pt idx="231">
                  <c:v>0.6196</c:v>
                </c:pt>
                <c:pt idx="232">
                  <c:v>0.6223</c:v>
                </c:pt>
                <c:pt idx="233">
                  <c:v>0.625</c:v>
                </c:pt>
                <c:pt idx="234">
                  <c:v>0.6277</c:v>
                </c:pt>
                <c:pt idx="235">
                  <c:v>0.6304</c:v>
                </c:pt>
                <c:pt idx="236">
                  <c:v>0.6332</c:v>
                </c:pt>
                <c:pt idx="237">
                  <c:v>0.6359</c:v>
                </c:pt>
                <c:pt idx="238">
                  <c:v>0.6386</c:v>
                </c:pt>
                <c:pt idx="239">
                  <c:v>0.6413</c:v>
                </c:pt>
                <c:pt idx="240">
                  <c:v>0.644</c:v>
                </c:pt>
                <c:pt idx="241">
                  <c:v>0.6467</c:v>
                </c:pt>
                <c:pt idx="242">
                  <c:v>0.6495</c:v>
                </c:pt>
                <c:pt idx="243">
                  <c:v>0.6522</c:v>
                </c:pt>
                <c:pt idx="244">
                  <c:v>0.6549</c:v>
                </c:pt>
                <c:pt idx="245">
                  <c:v>0.6576</c:v>
                </c:pt>
                <c:pt idx="246">
                  <c:v>0.6603</c:v>
                </c:pt>
                <c:pt idx="247">
                  <c:v>0.663</c:v>
                </c:pt>
                <c:pt idx="248">
                  <c:v>0.663</c:v>
                </c:pt>
                <c:pt idx="249">
                  <c:v>0.663</c:v>
                </c:pt>
                <c:pt idx="250">
                  <c:v>0.6658</c:v>
                </c:pt>
                <c:pt idx="251">
                  <c:v>0.6685</c:v>
                </c:pt>
                <c:pt idx="252">
                  <c:v>0.6712</c:v>
                </c:pt>
                <c:pt idx="253">
                  <c:v>0.6739</c:v>
                </c:pt>
                <c:pt idx="254">
                  <c:v>0.6766</c:v>
                </c:pt>
                <c:pt idx="255">
                  <c:v>0.6793</c:v>
                </c:pt>
                <c:pt idx="256">
                  <c:v>0.6821</c:v>
                </c:pt>
                <c:pt idx="257">
                  <c:v>0.6821</c:v>
                </c:pt>
                <c:pt idx="258">
                  <c:v>0.6848</c:v>
                </c:pt>
                <c:pt idx="259">
                  <c:v>0.6875</c:v>
                </c:pt>
                <c:pt idx="260">
                  <c:v>0.6902</c:v>
                </c:pt>
                <c:pt idx="261">
                  <c:v>0.6929</c:v>
                </c:pt>
                <c:pt idx="262">
                  <c:v>0.6957</c:v>
                </c:pt>
                <c:pt idx="263">
                  <c:v>0.6984</c:v>
                </c:pt>
                <c:pt idx="264">
                  <c:v>0.6984</c:v>
                </c:pt>
                <c:pt idx="265">
                  <c:v>0.7011</c:v>
                </c:pt>
                <c:pt idx="266">
                  <c:v>0.7038</c:v>
                </c:pt>
                <c:pt idx="267">
                  <c:v>0.7065</c:v>
                </c:pt>
                <c:pt idx="268">
                  <c:v>0.7092</c:v>
                </c:pt>
                <c:pt idx="269">
                  <c:v>0.712</c:v>
                </c:pt>
                <c:pt idx="270">
                  <c:v>0.7147</c:v>
                </c:pt>
                <c:pt idx="271">
                  <c:v>0.7174</c:v>
                </c:pt>
                <c:pt idx="272">
                  <c:v>0.7201</c:v>
                </c:pt>
                <c:pt idx="273">
                  <c:v>0.7228</c:v>
                </c:pt>
                <c:pt idx="274">
                  <c:v>0.7255</c:v>
                </c:pt>
                <c:pt idx="275">
                  <c:v>0.7283</c:v>
                </c:pt>
                <c:pt idx="276">
                  <c:v>0.731</c:v>
                </c:pt>
                <c:pt idx="277">
                  <c:v>0.7337</c:v>
                </c:pt>
                <c:pt idx="278">
                  <c:v>0.7364</c:v>
                </c:pt>
                <c:pt idx="279">
                  <c:v>0.7391</c:v>
                </c:pt>
                <c:pt idx="280">
                  <c:v>0.7418</c:v>
                </c:pt>
                <c:pt idx="281">
                  <c:v>0.7446</c:v>
                </c:pt>
                <c:pt idx="282">
                  <c:v>0.7446</c:v>
                </c:pt>
                <c:pt idx="283">
                  <c:v>0.7473</c:v>
                </c:pt>
                <c:pt idx="284">
                  <c:v>0.75</c:v>
                </c:pt>
                <c:pt idx="285">
                  <c:v>0.7527</c:v>
                </c:pt>
                <c:pt idx="286">
                  <c:v>0.7554</c:v>
                </c:pt>
                <c:pt idx="287">
                  <c:v>0.7582</c:v>
                </c:pt>
                <c:pt idx="288">
                  <c:v>0.7609</c:v>
                </c:pt>
                <c:pt idx="289">
                  <c:v>0.7636</c:v>
                </c:pt>
                <c:pt idx="290">
                  <c:v>0.7663</c:v>
                </c:pt>
                <c:pt idx="291">
                  <c:v>0.769</c:v>
                </c:pt>
                <c:pt idx="292">
                  <c:v>0.7717</c:v>
                </c:pt>
                <c:pt idx="293">
                  <c:v>0.7717</c:v>
                </c:pt>
                <c:pt idx="294">
                  <c:v>0.7745</c:v>
                </c:pt>
                <c:pt idx="295">
                  <c:v>0.7772</c:v>
                </c:pt>
                <c:pt idx="296">
                  <c:v>0.7799</c:v>
                </c:pt>
                <c:pt idx="297">
                  <c:v>0.7826</c:v>
                </c:pt>
                <c:pt idx="298">
                  <c:v>0.7853</c:v>
                </c:pt>
                <c:pt idx="299">
                  <c:v>0.7853</c:v>
                </c:pt>
                <c:pt idx="300">
                  <c:v>0.788</c:v>
                </c:pt>
                <c:pt idx="301">
                  <c:v>0.7908</c:v>
                </c:pt>
                <c:pt idx="302">
                  <c:v>0.7908</c:v>
                </c:pt>
                <c:pt idx="303">
                  <c:v>0.7935</c:v>
                </c:pt>
                <c:pt idx="304">
                  <c:v>0.7935</c:v>
                </c:pt>
                <c:pt idx="305">
                  <c:v>0.7962</c:v>
                </c:pt>
                <c:pt idx="306">
                  <c:v>0.7989</c:v>
                </c:pt>
                <c:pt idx="307">
                  <c:v>0.8016</c:v>
                </c:pt>
                <c:pt idx="308">
                  <c:v>0.8043</c:v>
                </c:pt>
                <c:pt idx="309">
                  <c:v>0.8071</c:v>
                </c:pt>
                <c:pt idx="310">
                  <c:v>0.8098</c:v>
                </c:pt>
                <c:pt idx="311">
                  <c:v>0.8098</c:v>
                </c:pt>
                <c:pt idx="312">
                  <c:v>0.8125</c:v>
                </c:pt>
                <c:pt idx="313">
                  <c:v>0.8152</c:v>
                </c:pt>
                <c:pt idx="314">
                  <c:v>0.8179</c:v>
                </c:pt>
                <c:pt idx="315">
                  <c:v>0.8207</c:v>
                </c:pt>
                <c:pt idx="316">
                  <c:v>0.8234</c:v>
                </c:pt>
                <c:pt idx="317">
                  <c:v>0.8261</c:v>
                </c:pt>
                <c:pt idx="318">
                  <c:v>0.8288</c:v>
                </c:pt>
                <c:pt idx="319">
                  <c:v>0.8315</c:v>
                </c:pt>
                <c:pt idx="320">
                  <c:v>0.8342</c:v>
                </c:pt>
                <c:pt idx="321">
                  <c:v>0.837</c:v>
                </c:pt>
                <c:pt idx="322">
                  <c:v>0.8397</c:v>
                </c:pt>
                <c:pt idx="323">
                  <c:v>0.8424</c:v>
                </c:pt>
                <c:pt idx="324">
                  <c:v>0.8451</c:v>
                </c:pt>
                <c:pt idx="325">
                  <c:v>0.8478</c:v>
                </c:pt>
                <c:pt idx="326">
                  <c:v>0.8505</c:v>
                </c:pt>
                <c:pt idx="327">
                  <c:v>0.8505</c:v>
                </c:pt>
                <c:pt idx="328">
                  <c:v>0.8533</c:v>
                </c:pt>
                <c:pt idx="329">
                  <c:v>0.8533</c:v>
                </c:pt>
                <c:pt idx="330">
                  <c:v>0.856</c:v>
                </c:pt>
                <c:pt idx="331">
                  <c:v>0.856</c:v>
                </c:pt>
                <c:pt idx="332">
                  <c:v>0.8587</c:v>
                </c:pt>
                <c:pt idx="333">
                  <c:v>0.8614</c:v>
                </c:pt>
                <c:pt idx="334">
                  <c:v>0.8641</c:v>
                </c:pt>
                <c:pt idx="335">
                  <c:v>0.8641</c:v>
                </c:pt>
                <c:pt idx="336">
                  <c:v>0.8641</c:v>
                </c:pt>
                <c:pt idx="337">
                  <c:v>0.8668</c:v>
                </c:pt>
                <c:pt idx="338">
                  <c:v>0.8696</c:v>
                </c:pt>
                <c:pt idx="339">
                  <c:v>0.8723</c:v>
                </c:pt>
                <c:pt idx="340">
                  <c:v>0.875</c:v>
                </c:pt>
                <c:pt idx="341">
                  <c:v>0.8777</c:v>
                </c:pt>
                <c:pt idx="342">
                  <c:v>0.8804</c:v>
                </c:pt>
                <c:pt idx="343">
                  <c:v>0.8804</c:v>
                </c:pt>
                <c:pt idx="344">
                  <c:v>0.8804</c:v>
                </c:pt>
                <c:pt idx="345">
                  <c:v>0.8832</c:v>
                </c:pt>
                <c:pt idx="346">
                  <c:v>0.8832</c:v>
                </c:pt>
                <c:pt idx="347">
                  <c:v>0.8832</c:v>
                </c:pt>
                <c:pt idx="348">
                  <c:v>0.8859</c:v>
                </c:pt>
                <c:pt idx="349">
                  <c:v>0.8859</c:v>
                </c:pt>
                <c:pt idx="350">
                  <c:v>0.8886</c:v>
                </c:pt>
                <c:pt idx="351">
                  <c:v>0.8886</c:v>
                </c:pt>
                <c:pt idx="352">
                  <c:v>0.8886</c:v>
                </c:pt>
                <c:pt idx="353">
                  <c:v>0.8886</c:v>
                </c:pt>
                <c:pt idx="354">
                  <c:v>0.8913</c:v>
                </c:pt>
                <c:pt idx="355">
                  <c:v>0.8913</c:v>
                </c:pt>
                <c:pt idx="356">
                  <c:v>0.8913</c:v>
                </c:pt>
                <c:pt idx="357">
                  <c:v>0.894</c:v>
                </c:pt>
                <c:pt idx="358">
                  <c:v>0.894</c:v>
                </c:pt>
                <c:pt idx="359">
                  <c:v>0.894</c:v>
                </c:pt>
                <c:pt idx="360">
                  <c:v>0.894</c:v>
                </c:pt>
                <c:pt idx="361">
                  <c:v>0.894</c:v>
                </c:pt>
                <c:pt idx="362">
                  <c:v>0.8967</c:v>
                </c:pt>
                <c:pt idx="363">
                  <c:v>0.8967</c:v>
                </c:pt>
                <c:pt idx="364">
                  <c:v>0.8995</c:v>
                </c:pt>
                <c:pt idx="365">
                  <c:v>0.9022</c:v>
                </c:pt>
                <c:pt idx="366">
                  <c:v>0.9049</c:v>
                </c:pt>
                <c:pt idx="367">
                  <c:v>0.9049</c:v>
                </c:pt>
                <c:pt idx="368">
                  <c:v>0.9049</c:v>
                </c:pt>
                <c:pt idx="369">
                  <c:v>0.9076</c:v>
                </c:pt>
                <c:pt idx="370">
                  <c:v>0.9103</c:v>
                </c:pt>
                <c:pt idx="371">
                  <c:v>0.913</c:v>
                </c:pt>
                <c:pt idx="372">
                  <c:v>0.913</c:v>
                </c:pt>
                <c:pt idx="373">
                  <c:v>0.9158</c:v>
                </c:pt>
                <c:pt idx="374">
                  <c:v>0.9185</c:v>
                </c:pt>
                <c:pt idx="375">
                  <c:v>0.9185</c:v>
                </c:pt>
                <c:pt idx="376">
                  <c:v>0.9185</c:v>
                </c:pt>
                <c:pt idx="377">
                  <c:v>0.9185</c:v>
                </c:pt>
                <c:pt idx="378">
                  <c:v>0.9185</c:v>
                </c:pt>
                <c:pt idx="379">
                  <c:v>0.9212</c:v>
                </c:pt>
                <c:pt idx="380">
                  <c:v>0.9212</c:v>
                </c:pt>
                <c:pt idx="381">
                  <c:v>0.9212</c:v>
                </c:pt>
                <c:pt idx="382">
                  <c:v>0.9212</c:v>
                </c:pt>
                <c:pt idx="383">
                  <c:v>0.9239</c:v>
                </c:pt>
                <c:pt idx="384">
                  <c:v>0.9239</c:v>
                </c:pt>
                <c:pt idx="385">
                  <c:v>0.9239</c:v>
                </c:pt>
                <c:pt idx="386">
                  <c:v>0.9239</c:v>
                </c:pt>
                <c:pt idx="387">
                  <c:v>0.9239</c:v>
                </c:pt>
                <c:pt idx="388">
                  <c:v>0.9239</c:v>
                </c:pt>
                <c:pt idx="389">
                  <c:v>0.9266</c:v>
                </c:pt>
                <c:pt idx="390">
                  <c:v>0.9293</c:v>
                </c:pt>
                <c:pt idx="391">
                  <c:v>0.9293</c:v>
                </c:pt>
                <c:pt idx="392">
                  <c:v>0.9293</c:v>
                </c:pt>
                <c:pt idx="393">
                  <c:v>0.9321</c:v>
                </c:pt>
                <c:pt idx="394">
                  <c:v>0.9321</c:v>
                </c:pt>
                <c:pt idx="395">
                  <c:v>0.9321</c:v>
                </c:pt>
                <c:pt idx="396">
                  <c:v>0.9348</c:v>
                </c:pt>
                <c:pt idx="397">
                  <c:v>0.9375</c:v>
                </c:pt>
                <c:pt idx="398">
                  <c:v>0.9375</c:v>
                </c:pt>
                <c:pt idx="399">
                  <c:v>0.9375</c:v>
                </c:pt>
                <c:pt idx="400">
                  <c:v>0.9402</c:v>
                </c:pt>
                <c:pt idx="401">
                  <c:v>0.9402</c:v>
                </c:pt>
                <c:pt idx="402">
                  <c:v>0.9402</c:v>
                </c:pt>
                <c:pt idx="403">
                  <c:v>0.9402</c:v>
                </c:pt>
                <c:pt idx="404">
                  <c:v>0.9429</c:v>
                </c:pt>
                <c:pt idx="405">
                  <c:v>0.9457</c:v>
                </c:pt>
                <c:pt idx="406">
                  <c:v>0.9457</c:v>
                </c:pt>
                <c:pt idx="407">
                  <c:v>0.9457</c:v>
                </c:pt>
                <c:pt idx="408">
                  <c:v>0.9457</c:v>
                </c:pt>
                <c:pt idx="409">
                  <c:v>0.9457</c:v>
                </c:pt>
                <c:pt idx="410">
                  <c:v>0.9457</c:v>
                </c:pt>
                <c:pt idx="411">
                  <c:v>0.9484</c:v>
                </c:pt>
                <c:pt idx="412">
                  <c:v>0.9511</c:v>
                </c:pt>
                <c:pt idx="413">
                  <c:v>0.9511</c:v>
                </c:pt>
                <c:pt idx="414">
                  <c:v>0.9511</c:v>
                </c:pt>
                <c:pt idx="415">
                  <c:v>0.9511</c:v>
                </c:pt>
                <c:pt idx="416">
                  <c:v>0.9511</c:v>
                </c:pt>
                <c:pt idx="417">
                  <c:v>0.9538</c:v>
                </c:pt>
                <c:pt idx="418">
                  <c:v>0.9565</c:v>
                </c:pt>
                <c:pt idx="419">
                  <c:v>0.9592</c:v>
                </c:pt>
                <c:pt idx="420">
                  <c:v>0.962</c:v>
                </c:pt>
                <c:pt idx="421">
                  <c:v>0.9647</c:v>
                </c:pt>
                <c:pt idx="422">
                  <c:v>0.9647</c:v>
                </c:pt>
                <c:pt idx="423">
                  <c:v>0.9647</c:v>
                </c:pt>
                <c:pt idx="424">
                  <c:v>0.9674</c:v>
                </c:pt>
                <c:pt idx="425">
                  <c:v>0.9674</c:v>
                </c:pt>
                <c:pt idx="426">
                  <c:v>0.9701</c:v>
                </c:pt>
                <c:pt idx="427">
                  <c:v>0.9701</c:v>
                </c:pt>
                <c:pt idx="428">
                  <c:v>0.9701</c:v>
                </c:pt>
                <c:pt idx="429">
                  <c:v>0.9728</c:v>
                </c:pt>
                <c:pt idx="430">
                  <c:v>0.9728</c:v>
                </c:pt>
                <c:pt idx="431">
                  <c:v>0.9728</c:v>
                </c:pt>
                <c:pt idx="432">
                  <c:v>0.9755</c:v>
                </c:pt>
                <c:pt idx="433">
                  <c:v>0.9755</c:v>
                </c:pt>
                <c:pt idx="434">
                  <c:v>0.9783</c:v>
                </c:pt>
                <c:pt idx="435">
                  <c:v>0.981</c:v>
                </c:pt>
                <c:pt idx="436">
                  <c:v>0.981</c:v>
                </c:pt>
                <c:pt idx="437">
                  <c:v>0.981</c:v>
                </c:pt>
                <c:pt idx="438">
                  <c:v>0.981</c:v>
                </c:pt>
                <c:pt idx="439">
                  <c:v>0.981</c:v>
                </c:pt>
                <c:pt idx="440">
                  <c:v>0.981</c:v>
                </c:pt>
                <c:pt idx="441">
                  <c:v>0.981</c:v>
                </c:pt>
                <c:pt idx="442">
                  <c:v>0.981</c:v>
                </c:pt>
                <c:pt idx="443">
                  <c:v>0.981</c:v>
                </c:pt>
                <c:pt idx="444">
                  <c:v>0.9837</c:v>
                </c:pt>
                <c:pt idx="445">
                  <c:v>0.9837</c:v>
                </c:pt>
                <c:pt idx="446">
                  <c:v>0.9837</c:v>
                </c:pt>
                <c:pt idx="447">
                  <c:v>0.9864</c:v>
                </c:pt>
                <c:pt idx="448">
                  <c:v>0.9891</c:v>
                </c:pt>
                <c:pt idx="449">
                  <c:v>0.9918</c:v>
                </c:pt>
                <c:pt idx="450">
                  <c:v>0.9918</c:v>
                </c:pt>
                <c:pt idx="451">
                  <c:v>0.9918</c:v>
                </c:pt>
                <c:pt idx="452">
                  <c:v>0.9946</c:v>
                </c:pt>
                <c:pt idx="453">
                  <c:v>0.9973</c:v>
                </c:pt>
                <c:pt idx="454">
                  <c:v>0.9973</c:v>
                </c:pt>
                <c:pt idx="455">
                  <c:v>0.9973</c:v>
                </c:pt>
                <c:pt idx="456">
                  <c:v>0.9973</c:v>
                </c:pt>
                <c:pt idx="457">
                  <c:v>0.9973</c:v>
                </c:pt>
                <c:pt idx="458">
                  <c:v>0.9973</c:v>
                </c:pt>
                <c:pt idx="459">
                  <c:v>0.9973</c:v>
                </c:pt>
                <c:pt idx="460">
                  <c:v>0.9973</c:v>
                </c:pt>
                <c:pt idx="461">
                  <c:v>0.9973</c:v>
                </c:pt>
                <c:pt idx="462">
                  <c:v>0.9973</c:v>
                </c:pt>
                <c:pt idx="463">
                  <c:v>0.9973</c:v>
                </c:pt>
                <c:pt idx="464">
                  <c:v>0.9973</c:v>
                </c:pt>
                <c:pt idx="465">
                  <c:v>0.9973</c:v>
                </c:pt>
                <c:pt idx="466">
                  <c:v>0.9973</c:v>
                </c:pt>
                <c:pt idx="467">
                  <c:v>0.9973</c:v>
                </c:pt>
                <c:pt idx="468">
                  <c:v>0.9973</c:v>
                </c:pt>
                <c:pt idx="469">
                  <c:v>0.9973</c:v>
                </c:pt>
                <c:pt idx="470">
                  <c:v>0.9973</c:v>
                </c:pt>
                <c:pt idx="471">
                  <c:v>0.9973</c:v>
                </c:pt>
                <c:pt idx="472">
                  <c:v>1</c:v>
                </c:pt>
                <c:pt idx="473">
                  <c:v>1</c:v>
                </c:pt>
                <c:pt idx="474">
                  <c:v>1</c:v>
                </c:pt>
                <c:pt idx="475">
                  <c:v>1</c:v>
                </c:pt>
                <c:pt idx="476">
                  <c:v>1</c:v>
                </c:pt>
                <c:pt idx="477">
                  <c:v>1</c:v>
                </c:pt>
                <c:pt idx="478">
                  <c:v>1</c:v>
                </c:pt>
                <c:pt idx="479">
                  <c:v>1</c:v>
                </c:pt>
                <c:pt idx="480">
                  <c:v>1</c:v>
                </c:pt>
                <c:pt idx="481">
                  <c:v>1</c:v>
                </c:pt>
                <c:pt idx="482">
                  <c:v>1</c:v>
                </c:pt>
                <c:pt idx="483">
                  <c:v>1</c:v>
                </c:pt>
                <c:pt idx="484">
                  <c:v>1</c:v>
                </c:pt>
                <c:pt idx="485">
                  <c:v>1</c:v>
                </c:pt>
                <c:pt idx="486">
                  <c:v>1</c:v>
                </c:pt>
                <c:pt idx="487">
                  <c:v>1</c:v>
                </c:pt>
                <c:pt idx="488">
                  <c:v>1</c:v>
                </c:pt>
                <c:pt idx="489">
                  <c:v>1</c:v>
                </c:pt>
                <c:pt idx="490">
                  <c:v>1</c:v>
                </c:pt>
                <c:pt idx="491">
                  <c:v>1</c:v>
                </c:pt>
                <c:pt idx="492">
                  <c:v>1</c:v>
                </c:pt>
                <c:pt idx="493">
                  <c:v>1</c:v>
                </c:pt>
                <c:pt idx="494">
                  <c:v>1</c:v>
                </c:pt>
                <c:pt idx="495">
                  <c:v>1</c:v>
                </c:pt>
                <c:pt idx="496">
                  <c:v>1</c:v>
                </c:pt>
                <c:pt idx="497">
                  <c:v>1</c:v>
                </c:pt>
                <c:pt idx="498">
                  <c:v>1</c:v>
                </c:pt>
                <c:pt idx="499">
                  <c:v>1</c:v>
                </c:pt>
                <c:pt idx="500">
                  <c:v>1</c:v>
                </c:pt>
                <c:pt idx="501">
                  <c:v>1</c:v>
                </c:pt>
                <c:pt idx="502">
                  <c:v>1</c:v>
                </c:pt>
                <c:pt idx="503">
                  <c:v>1</c:v>
                </c:pt>
                <c:pt idx="504">
                  <c:v>1</c:v>
                </c:pt>
                <c:pt idx="505">
                  <c:v>1</c:v>
                </c:pt>
                <c:pt idx="506">
                  <c:v>1</c:v>
                </c:pt>
                <c:pt idx="507">
                  <c:v>1</c:v>
                </c:pt>
                <c:pt idx="508">
                  <c:v>1</c:v>
                </c:pt>
                <c:pt idx="509">
                  <c:v>1</c:v>
                </c:pt>
                <c:pt idx="510">
                  <c:v>1</c:v>
                </c:pt>
                <c:pt idx="511">
                  <c:v>1</c:v>
                </c:pt>
                <c:pt idx="512">
                  <c:v>1</c:v>
                </c:pt>
                <c:pt idx="513">
                  <c:v>1</c:v>
                </c:pt>
                <c:pt idx="514">
                  <c:v>1</c:v>
                </c:pt>
                <c:pt idx="515">
                  <c:v>1</c:v>
                </c:pt>
                <c:pt idx="516">
                  <c:v>1</c:v>
                </c:pt>
                <c:pt idx="517">
                  <c:v>1</c:v>
                </c:pt>
                <c:pt idx="518">
                  <c:v>1</c:v>
                </c:pt>
                <c:pt idx="519">
                  <c:v>1</c:v>
                </c:pt>
                <c:pt idx="520">
                  <c:v>1</c:v>
                </c:pt>
                <c:pt idx="521">
                  <c:v>1</c:v>
                </c:pt>
                <c:pt idx="522">
                  <c:v>1</c:v>
                </c:pt>
                <c:pt idx="523">
                  <c:v>1</c:v>
                </c:pt>
                <c:pt idx="524">
                  <c:v>1</c:v>
                </c:pt>
                <c:pt idx="525">
                  <c:v>1</c:v>
                </c:pt>
                <c:pt idx="526">
                  <c:v>1</c:v>
                </c:pt>
                <c:pt idx="527">
                  <c:v>1</c:v>
                </c:pt>
                <c:pt idx="528">
                  <c:v>1</c:v>
                </c:pt>
                <c:pt idx="529">
                  <c:v>1</c:v>
                </c:pt>
                <c:pt idx="530">
                  <c:v>1</c:v>
                </c:pt>
                <c:pt idx="531">
                  <c:v>1</c:v>
                </c:pt>
                <c:pt idx="532">
                  <c:v>1</c:v>
                </c:pt>
                <c:pt idx="533">
                  <c:v>1</c:v>
                </c:pt>
                <c:pt idx="534">
                  <c:v>1</c:v>
                </c:pt>
                <c:pt idx="535">
                  <c:v>1</c:v>
                </c:pt>
                <c:pt idx="536">
                  <c:v>1</c:v>
                </c:pt>
                <c:pt idx="537">
                  <c:v>1</c:v>
                </c:pt>
                <c:pt idx="538">
                  <c:v>1</c:v>
                </c:pt>
                <c:pt idx="539">
                  <c:v>1</c:v>
                </c:pt>
                <c:pt idx="540">
                  <c:v>1</c:v>
                </c:pt>
                <c:pt idx="541">
                  <c:v>1</c:v>
                </c:pt>
                <c:pt idx="542">
                  <c:v>1</c:v>
                </c:pt>
                <c:pt idx="543">
                  <c:v>1</c:v>
                </c:pt>
                <c:pt idx="544">
                  <c:v>1</c:v>
                </c:pt>
                <c:pt idx="545">
                  <c:v>1</c:v>
                </c:pt>
                <c:pt idx="546">
                  <c:v>1</c:v>
                </c:pt>
                <c:pt idx="547">
                  <c:v>1</c:v>
                </c:pt>
                <c:pt idx="548">
                  <c:v>1</c:v>
                </c:pt>
                <c:pt idx="549">
                  <c:v>1</c:v>
                </c:pt>
                <c:pt idx="550">
                  <c:v>1</c:v>
                </c:pt>
                <c:pt idx="551">
                  <c:v>1</c:v>
                </c:pt>
                <c:pt idx="552">
                  <c:v>1</c:v>
                </c:pt>
                <c:pt idx="553">
                  <c:v>1</c:v>
                </c:pt>
                <c:pt idx="554">
                  <c:v>1</c:v>
                </c:pt>
                <c:pt idx="555">
                  <c:v>1</c:v>
                </c:pt>
                <c:pt idx="556">
                  <c:v>1</c:v>
                </c:pt>
                <c:pt idx="557">
                  <c:v>1</c:v>
                </c:pt>
                <c:pt idx="558">
                  <c:v>1</c:v>
                </c:pt>
                <c:pt idx="559">
                  <c:v>1</c:v>
                </c:pt>
                <c:pt idx="560">
                  <c:v>1</c:v>
                </c:pt>
                <c:pt idx="561">
                  <c:v>1</c:v>
                </c:pt>
                <c:pt idx="562">
                  <c:v>1</c:v>
                </c:pt>
                <c:pt idx="563">
                  <c:v>1</c:v>
                </c:pt>
                <c:pt idx="564">
                  <c:v>1</c:v>
                </c:pt>
                <c:pt idx="565">
                  <c:v>1</c:v>
                </c:pt>
                <c:pt idx="566">
                  <c:v>1</c:v>
                </c:pt>
                <c:pt idx="567">
                  <c:v>1</c:v>
                </c:pt>
                <c:pt idx="568">
                  <c:v>1</c:v>
                </c:pt>
                <c:pt idx="569">
                  <c:v>1</c:v>
                </c:pt>
                <c:pt idx="570">
                  <c:v>1</c:v>
                </c:pt>
                <c:pt idx="571">
                  <c:v>1</c:v>
                </c:pt>
                <c:pt idx="572">
                  <c:v>1</c:v>
                </c:pt>
                <c:pt idx="573">
                  <c:v>1</c:v>
                </c:pt>
                <c:pt idx="574">
                  <c:v>1</c:v>
                </c:pt>
                <c:pt idx="575">
                  <c:v>1</c:v>
                </c:pt>
                <c:pt idx="576">
                  <c:v>1</c:v>
                </c:pt>
                <c:pt idx="577">
                  <c:v>1</c:v>
                </c:pt>
                <c:pt idx="578">
                  <c:v>1</c:v>
                </c:pt>
                <c:pt idx="579">
                  <c:v>1</c:v>
                </c:pt>
                <c:pt idx="580">
                  <c:v>1</c:v>
                </c:pt>
                <c:pt idx="581">
                  <c:v>1</c:v>
                </c:pt>
                <c:pt idx="582">
                  <c:v>1</c:v>
                </c:pt>
                <c:pt idx="583">
                  <c:v>1</c:v>
                </c:pt>
                <c:pt idx="584">
                  <c:v>1</c:v>
                </c:pt>
                <c:pt idx="585">
                  <c:v>1</c:v>
                </c:pt>
                <c:pt idx="586">
                  <c:v>1</c:v>
                </c:pt>
                <c:pt idx="587">
                  <c:v>1</c:v>
                </c:pt>
                <c:pt idx="588">
                  <c:v>1</c:v>
                </c:pt>
                <c:pt idx="589">
                  <c:v>1</c:v>
                </c:pt>
                <c:pt idx="590">
                  <c:v>1</c:v>
                </c:pt>
                <c:pt idx="591">
                  <c:v>1</c:v>
                </c:pt>
                <c:pt idx="592">
                  <c:v>1</c:v>
                </c:pt>
                <c:pt idx="593">
                  <c:v>1</c:v>
                </c:pt>
                <c:pt idx="594">
                  <c:v>1</c:v>
                </c:pt>
                <c:pt idx="595">
                  <c:v>1</c:v>
                </c:pt>
                <c:pt idx="596">
                  <c:v>1</c:v>
                </c:pt>
                <c:pt idx="597">
                  <c:v>1</c:v>
                </c:pt>
                <c:pt idx="598">
                  <c:v>1</c:v>
                </c:pt>
                <c:pt idx="599">
                  <c:v>1</c:v>
                </c:pt>
                <c:pt idx="600">
                  <c:v>1</c:v>
                </c:pt>
                <c:pt idx="601">
                  <c:v>1</c:v>
                </c:pt>
                <c:pt idx="602">
                  <c:v>1</c:v>
                </c:pt>
                <c:pt idx="603">
                  <c:v>1</c:v>
                </c:pt>
                <c:pt idx="604">
                  <c:v>1</c:v>
                </c:pt>
                <c:pt idx="605">
                  <c:v>1</c:v>
                </c:pt>
                <c:pt idx="606">
                  <c:v>1</c:v>
                </c:pt>
              </c:numCache>
            </c:numRef>
          </c:yVal>
        </c:ser>
        <c:ser>
          <c:idx val="2"/>
          <c:order val="2"/>
          <c:tx>
            <c:v>Chance</c:v>
          </c:tx>
          <c:spPr>
            <a:ln xmlns:a="http://schemas.openxmlformats.org/drawingml/2006/main" w="14288">
              <a:solidFill>
                <a:srgbClr val="9AA39D"/>
              </a:solidFill>
              <a:prstDash val="dash"/>
            </a:ln>
          </c:spPr>
          <c:marker>
            <c:symbol val="none"/>
            <c:size val="2"/>
            <c:spPr>
              <a:solidFill xmlns:a="http://schemas.openxmlformats.org/drawingml/2006/main">
                <a:srgbClr val="9AA39D"/>
              </a:solidFill>
            </c:spPr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xVal>
          <c:yVal>
            <c:numRef>
              <c:f>'Chart Data'!$F$2:$F$3</c:f>
              <c:numCache>
                <c:formatCode>0.0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ED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>
                    <a:solidFill>
                      <a:srgbClr val="1F2A24"/>
                    </a:solidFill>
                    <a:latin typeface="Helvetica Neue"/>
                    <a:ea typeface="Helvetica Neue"/>
                    <a:cs typeface="Helvetica Neue"/>
                  </a:rPr>
                  <a:t>True positive rate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1F2A24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9DED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36B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majorUnit val="0.2"/>
      </c:valAx>
      <c:valAx>
        <c:axId val="48650112"/>
        <c:scaling>
          <c:orientation val="minMax"/>
          <c:max val="1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DED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>
                    <a:solidFill>
                      <a:srgbClr val="1F2A24"/>
                    </a:solidFill>
                    <a:latin typeface="Helvetica Neue"/>
                    <a:ea typeface="Helvetica Neue"/>
                    <a:cs typeface="Helvetica Neue"/>
                  </a:rPr>
                  <a:t>False positive rate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1F2A24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9DED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36B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majorUnit val="0.2"/>
      </c:valAx>
      <c:spPr>
        <a:solidFill xmlns:a="http://schemas.openxmlformats.org/drawingml/2006/main">
          <a:srgbClr val="F6F7F4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1F2A24"/>
              </a:solidFill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solidFill xmlns:a="http://schemas.openxmlformats.org/drawingml/2006/main">
      <a:srgbClr val="F6F7F4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1"/>
        <c:ser>
          <c:idx val="0"/>
          <c:order val="0"/>
          <c:tx>
            <c:v>Mean inference time</c:v>
          </c:tx>
          <c:spPr>
            <a:solidFill xmlns:a="http://schemas.openxmlformats.org/drawingml/2006/main">
              <a:srgbClr val="2E7D4F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86A89A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E7D4F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ConvNeXt</c:v>
                </c:pt>
                <c:pt idx="1">
                  <c:v>MiewID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34.145</c:v>
                </c:pt>
                <c:pt idx="1">
                  <c:v>91.2434</c:v>
                </c:pt>
              </c:numCache>
            </c:numRef>
          </c:val>
        </c:ser>
        <c:dLbls>
          <c:numFmt formatCode="0.0&quot; ms&quot;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F2A24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ED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F2A24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10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ED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>
                    <a:solidFill>
                      <a:srgbClr val="66736B"/>
                    </a:solidFill>
                    <a:latin typeface="Helvetica Neue"/>
                    <a:ea typeface="Helvetica Neue"/>
                    <a:cs typeface="Helvetica Neue"/>
                  </a:rPr>
                  <a:t>Milliseconds (lower is better)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66736B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ED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36B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6F7F4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6F7F4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787803-1008-4F3C-BF6D-7648369AF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09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F"/>
          </a:solidFill>
          <a:ln xmlns:a="http://schemas.openxmlformats.org/drawingml/2006/main" w="0">
            <a:solidFill>
              <a:srgbClr val="2E7D4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7CD314-E22A-4A5C-98C7-C39992E2A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900" b="1">
                <a:solidFill>
                  <a:srgbClr val="1F2A2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3900" b="1">
                <a:solidFill>
                  <a:srgbClr val="1F2A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F2A24"/>
                </a:solidFill>
                <a:latin typeface="Helvetica Neue"/>
                <a:ea typeface="Helvetica Neue"/>
                <a:cs typeface="Helvetica Neue"/>
              </a:rPr>
              <a:t>WildlifeReID-10k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C12F88-17FC-49E9-BC66-4A278B899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0">
                <a:solidFill>
                  <a:srgbClr val="6673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667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6736B"/>
                </a:solidFill>
                <a:latin typeface="Helvetica Neue"/>
                <a:ea typeface="Helvetica Neue"/>
                <a:cs typeface="Helvetica Neue"/>
              </a:rPr>
              <a:t>ConvNeXt Base and MiewID comparison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18E330-E91A-43E7-BF00-F91BB87B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rPr>
              <a:t>Final evaluation on a shared 100-identity open-set protocol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6BEEFD-7763-408F-91E8-CE909D30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1F2A2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F2A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F2A24"/>
                </a:solidFill>
                <a:latin typeface="Helvetica Neue"/>
                <a:ea typeface="Helvetica Neue"/>
                <a:cs typeface="Helvetica Neue"/>
              </a:rPr>
              <a:t>606 identical test queries  •  Existing checkpoints  •  No retraining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5343F1-5437-4484-9BC7-019366DB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4362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6673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667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6736B"/>
                </a:solidFill>
                <a:latin typeface="Helvetica Neue"/>
                <a:ea typeface="Helvetica Neue"/>
                <a:cs typeface="Helvetica Neue"/>
              </a:rPr>
              <a:t>Big Data Analytics</a:t>
            </a:r>
          </a:p>
        </p:txBody>
      </p:sp>
    </p:spTree>
    <p:extLst>
      <p:ext uri="{BB962C8B-B14F-4D97-AF65-F5344CB8AC3E}">
        <p14:creationId xmlns:p14="http://schemas.microsoft.com/office/powerpoint/2010/main" val="4971079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A7A4DE-4BBF-4BA7-9A47-2A5CF182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850" b="1">
                <a:solidFill>
                  <a:srgbClr val="1F2A2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F2A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F2A24"/>
                </a:solidFill>
                <a:latin typeface="Helvetica Neue"/>
                <a:ea typeface="Helvetica Neue"/>
                <a:cs typeface="Helvetica Neue"/>
              </a:rPr>
              <a:t>Evaluation protocol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5BC6AE-B703-4499-9B09-58FB15A4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F"/>
          </a:solidFill>
          <a:ln xmlns:a="http://schemas.openxmlformats.org/drawingml/2006/main" w="0">
            <a:solidFill>
              <a:srgbClr val="2E7D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6135F1-073B-41ED-97A9-241C375CB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6673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667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6736B"/>
                </a:solidFill>
                <a:latin typeface="Helvetica Neue"/>
                <a:ea typeface="Helvetica Neue"/>
                <a:cs typeface="Helvetica Neue"/>
              </a:rPr>
              <a:t>WildlifeReID-10k comparison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60514C-F27F-4506-86D1-14AC2AFB6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0">
                <a:solidFill>
                  <a:srgbClr val="6673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825" b="0">
                <a:solidFill>
                  <a:srgbClr val="667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6736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544133-F9C6-4ECF-B103-E1FF89DA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1F2A2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F2A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F2A24"/>
                </a:solidFill>
                <a:latin typeface="Helvetica Neue"/>
                <a:ea typeface="Helvetica Neue"/>
                <a:cs typeface="Helvetica Neue"/>
              </a:rPr>
              <a:t>Both checkpoints contain the same ordered list of 100 identities selected from the WildlifeReID-10k training split with random_state=42.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951DDC-6395-42E9-BF8C-A498E864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390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390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rPr>
              <a:t>100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B635E3-87FE-40C3-B267-5A7B6EA3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0">
                <a:solidFill>
                  <a:srgbClr val="6673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667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36B"/>
                </a:solidFill>
                <a:latin typeface="Helvetica Neue"/>
                <a:ea typeface="Helvetica Neue"/>
                <a:cs typeface="Helvetica Neue"/>
              </a:rPr>
              <a:t>known identities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FCF06C-D6A2-4EE1-B6EE-D405FF84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838450"/>
            <a:ext cx="95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solidFill>
              <a:srgbClr val="D9DE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1ED9A4-970A-425E-A12F-F3F0D0EC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81300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390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390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rPr>
              <a:t>238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D5C9F2-A11C-4D98-AAD2-E7AA0719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5623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0">
                <a:solidFill>
                  <a:srgbClr val="6673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667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36B"/>
                </a:solidFill>
                <a:latin typeface="Helvetica Neue"/>
                <a:ea typeface="Helvetica Neue"/>
                <a:cs typeface="Helvetica Neue"/>
              </a:rPr>
              <a:t>known test queries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9E3E0D-1092-4822-80C6-C68ADE109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838450"/>
            <a:ext cx="95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solidFill>
              <a:srgbClr val="D9DE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BD87E7-79E2-48E7-9889-FF92A45E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81300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390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390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rPr>
              <a:t>368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9E034C-8EAD-46D0-880C-A61EAD9A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623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0">
                <a:solidFill>
                  <a:srgbClr val="6673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667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36B"/>
                </a:solidFill>
                <a:latin typeface="Helvetica Neue"/>
                <a:ea typeface="Helvetica Neue"/>
                <a:cs typeface="Helvetica Neue"/>
              </a:rPr>
              <a:t>unknown test queries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76CF8C-93F6-4DFE-B423-29921DC4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838450"/>
            <a:ext cx="95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solidFill>
              <a:srgbClr val="D9DE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2DA16C-8B61-446E-9D28-A7B1FB4E9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781300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390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390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rPr>
              <a:t>606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82ED9E-E998-41D0-9F66-318EB11E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5623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0">
                <a:solidFill>
                  <a:srgbClr val="6673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667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36B"/>
                </a:solidFill>
                <a:latin typeface="Helvetica Neue"/>
                <a:ea typeface="Helvetica Neue"/>
                <a:cs typeface="Helvetica Neue"/>
              </a:rPr>
              <a:t>total queries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D5839D-A33A-4C2A-881E-2033C1F69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5775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0">
                <a:solidFill>
                  <a:srgbClr val="1F2A2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1F2A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F2A24"/>
                </a:solidFill>
                <a:latin typeface="Helvetica Neue"/>
                <a:ea typeface="Helvetica Neue"/>
                <a:cs typeface="Helvetica Neue"/>
              </a:rPr>
              <a:t>Top-1 and Top-5 use known queries only. Open-set AUROC uses all queries and compares each model across every possible threshold.</a:t>
            </a:r>
          </a:p>
        </p:txBody>
      </p:sp>
    </p:spTree>
    <p:extLst>
      <p:ext uri="{BB962C8B-B14F-4D97-AF65-F5344CB8AC3E}">
        <p14:creationId xmlns:p14="http://schemas.microsoft.com/office/powerpoint/2010/main" val="21320507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C3BEAD-C2FF-4FD2-A8D9-D19898DA6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850" b="1">
                <a:solidFill>
                  <a:srgbClr val="1F2A2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F2A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F2A24"/>
                </a:solidFill>
                <a:latin typeface="Helvetica Neue"/>
                <a:ea typeface="Helvetica Neue"/>
                <a:cs typeface="Helvetica Neue"/>
              </a:rPr>
              <a:t>Identification and open-set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A9C946-3903-4289-BC31-D84AE095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F"/>
          </a:solidFill>
          <a:ln xmlns:a="http://schemas.openxmlformats.org/drawingml/2006/main" w="0">
            <a:solidFill>
              <a:srgbClr val="2E7D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578417-6BCB-413B-8950-5F4896D5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6673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667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6736B"/>
                </a:solidFill>
                <a:latin typeface="Helvetica Neue"/>
                <a:ea typeface="Helvetica Neue"/>
                <a:cs typeface="Helvetica Neue"/>
              </a:rPr>
              <a:t>WildlifeReID-10k comparison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B1B21F-344F-4CD0-962A-452085FC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0">
                <a:solidFill>
                  <a:srgbClr val="6673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825" b="0">
                <a:solidFill>
                  <a:srgbClr val="667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6736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EB354A6D-50B2-4536-8194-F282E6E7E4DB}"/>
              </a:ext>
            </a:extLst>
          </p:cNvPr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8096250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6077cb106d24785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CAEBA2-672F-4976-9A63-CBAD8063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526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rPr>
              <a:t>MiewID leads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F69CD6-A726-4B2F-82FB-F407A675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098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673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67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36B"/>
                </a:solidFill>
                <a:latin typeface="Helvetica Neue"/>
                <a:ea typeface="Helvetica Neue"/>
                <a:cs typeface="Helvetica Neue"/>
              </a:rPr>
              <a:t>Top-1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074737-A21B-4625-B6CA-5944B350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146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1">
                <a:solidFill>
                  <a:srgbClr val="1F2A2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F2A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F2A24"/>
                </a:solidFill>
                <a:latin typeface="Helvetica Neue"/>
                <a:ea typeface="Helvetica Neue"/>
                <a:cs typeface="Helvetica Neue"/>
              </a:rPr>
              <a:t>+5.47 pts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812F4C-5432-4094-AB41-A891D01A2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147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6673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67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6736B"/>
                </a:solidFill>
                <a:latin typeface="Helvetica Neue"/>
                <a:ea typeface="Helvetica Neue"/>
                <a:cs typeface="Helvetica Neue"/>
              </a:rPr>
              <a:t>Open-set AUROC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6FC04C-38CD-4666-908F-FC37E632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195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1">
                <a:solidFill>
                  <a:srgbClr val="1F2A2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F2A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F2A24"/>
                </a:solidFill>
                <a:latin typeface="Helvetica Neue"/>
                <a:ea typeface="Helvetica Neue"/>
                <a:cs typeface="Helvetica Neue"/>
              </a:rPr>
              <a:t>+5.05 pts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ABC3A9-9F1C-4A39-9A07-E9E4F1C2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223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1F2A2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F2A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F2A24"/>
                </a:solidFill>
                <a:latin typeface="Helvetica Neue"/>
                <a:ea typeface="Helvetica Neue"/>
                <a:cs typeface="Helvetica Neue"/>
              </a:rPr>
              <a:t>ConvNeXt leads Top-5 by 2.10 points.</a:t>
            </a:r>
          </a:p>
        </p:txBody>
      </p:sp>
    </p:spTree>
    <p:extLst>
      <p:ext uri="{BB962C8B-B14F-4D97-AF65-F5344CB8AC3E}">
        <p14:creationId xmlns:p14="http://schemas.microsoft.com/office/powerpoint/2010/main" val="17002055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0F1CDC-6DE3-4549-BD0C-A09463D1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850" b="1">
                <a:solidFill>
                  <a:srgbClr val="1F2A2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F2A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F2A24"/>
                </a:solidFill>
                <a:latin typeface="Helvetica Neue"/>
                <a:ea typeface="Helvetica Neue"/>
                <a:cs typeface="Helvetica Neue"/>
              </a:rPr>
              <a:t>Unknown-animal detection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E3714B-3D60-4F03-9793-B6EAD478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F"/>
          </a:solidFill>
          <a:ln xmlns:a="http://schemas.openxmlformats.org/drawingml/2006/main" w="0">
            <a:solidFill>
              <a:srgbClr val="2E7D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C0B0B8-0677-4155-9939-66586152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6673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667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6736B"/>
                </a:solidFill>
                <a:latin typeface="Helvetica Neue"/>
                <a:ea typeface="Helvetica Neue"/>
                <a:cs typeface="Helvetica Neue"/>
              </a:rPr>
              <a:t>WildlifeReID-10k comparison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DC2D1B-B75C-4CEB-8084-664C5B200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0">
                <a:solidFill>
                  <a:srgbClr val="6673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825" b="0">
                <a:solidFill>
                  <a:srgbClr val="667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6736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F1240061-4124-4639-974E-4595E8144AD9}"/>
              </a:ext>
            </a:extLst>
          </p:cNvPr>
          <p:cNvGraphicFramePr/>
          <p:nvPr/>
        </p:nvGraphicFramePr>
        <p:xfrm>
          <a:off xmlns:a="http://schemas.openxmlformats.org/drawingml/2006/main" x="685800" y="1428750"/>
          <a:ext xmlns:a="http://schemas.openxmlformats.org/drawingml/2006/main" cx="7524750" cy="4619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ef4db0d8437410c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AECAAD-5473-4A45-8E07-41D9B963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47875"/>
            <a:ext cx="2714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rPr>
              <a:t>MiewID separates unknown animals more reliably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B62502-65F3-416A-8FC9-FABBFBC4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86125"/>
            <a:ext cx="27146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1F2A2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F2A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F2A24"/>
                </a:solidFill>
                <a:latin typeface="Helvetica Neue"/>
                <a:ea typeface="Helvetica Neue"/>
                <a:cs typeface="Helvetica Neue"/>
              </a:rPr>
              <a:t>AUROC compares score ranking across all thresholds, so softmax probability and cosine similarity do not need the same numeric scale.</a:t>
            </a:r>
          </a:p>
        </p:txBody>
      </p:sp>
    </p:spTree>
    <p:extLst>
      <p:ext uri="{BB962C8B-B14F-4D97-AF65-F5344CB8AC3E}">
        <p14:creationId xmlns:p14="http://schemas.microsoft.com/office/powerpoint/2010/main" val="13535845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A9D220-B86B-4025-ABD2-525530C32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850" b="1">
                <a:solidFill>
                  <a:srgbClr val="1F2A2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F2A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F2A24"/>
                </a:solidFill>
                <a:latin typeface="Helvetica Neue"/>
                <a:ea typeface="Helvetica Neue"/>
                <a:cs typeface="Helvetica Neue"/>
              </a:rPr>
              <a:t>Deployment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E96396-E1F3-4741-92F6-58FFD071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F"/>
          </a:solidFill>
          <a:ln xmlns:a="http://schemas.openxmlformats.org/drawingml/2006/main" w="0">
            <a:solidFill>
              <a:srgbClr val="2E7D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BA91AA-D5D1-47A4-A8F0-92439FA1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6673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667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6736B"/>
                </a:solidFill>
                <a:latin typeface="Helvetica Neue"/>
                <a:ea typeface="Helvetica Neue"/>
                <a:cs typeface="Helvetica Neue"/>
              </a:rPr>
              <a:t>WildlifeReID-10k comparison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57D099-D070-4BAF-A21F-79AFC2E8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0">
                <a:solidFill>
                  <a:srgbClr val="6673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825" b="0">
                <a:solidFill>
                  <a:srgbClr val="667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6736B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A05FA444-64FA-47E6-A5C2-A69F38A8CD8A}"/>
              </a:ext>
            </a:extLst>
          </p:cNvPr>
          <p:cNvGraphicFramePr/>
          <p:nvPr/>
        </p:nvGraphicFramePr>
        <p:xfrm>
          <a:off xmlns:a="http://schemas.openxmlformats.org/drawingml/2006/main" x="685800" y="1571625"/>
          <a:ext xmlns:a="http://schemas.openxmlformats.org/drawingml/2006/main" cx="5905500" cy="3762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233ea31d39b4f15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7943D7-4154-471E-BFF0-3B892195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6212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6673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67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36B"/>
                </a:solidFill>
                <a:latin typeface="Helvetica Neue"/>
                <a:ea typeface="Helvetica Neue"/>
                <a:cs typeface="Helvetica Neue"/>
              </a:rPr>
              <a:t>Recommended primary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1E1205-F424-452D-8595-C9D1FABC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09800"/>
            <a:ext cx="3905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2E7D4F"/>
                </a:solidFill>
                <a:latin typeface="Helvetica Neue"/>
                <a:ea typeface="Helvetica Neue"/>
                <a:cs typeface="Helvetica Neue"/>
              </a:rPr>
              <a:t>MiewID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D38C59-A90E-4598-9696-A8FB4520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76575"/>
            <a:ext cx="3905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0">
                <a:solidFill>
                  <a:srgbClr val="1F2A2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F2A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F2A24"/>
                </a:solidFill>
                <a:latin typeface="Helvetica Neue"/>
                <a:ea typeface="Helvetica Neue"/>
                <a:cs typeface="Helvetica Neue"/>
              </a:rPr>
              <a:t>Best Top-1 accuracy and open-set AUROC. These measures match the application's main goal: return one identity while recognizing unseen animals.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0EDA0F-3C25-4DFE-B06A-1324405E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62500"/>
            <a:ext cx="3905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6673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67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36B"/>
                </a:solidFill>
                <a:latin typeface="Helvetica Neue"/>
                <a:ea typeface="Helvetica Neue"/>
                <a:cs typeface="Helvetica Neue"/>
              </a:rPr>
              <a:t>Keep ConvNeXt as the faster baseline and comparison option.</a:t>
            </a:r>
          </a:p>
        </p:txBody>
      </p:sp>
    </p:spTree>
    <p:extLst>
      <p:ext uri="{BB962C8B-B14F-4D97-AF65-F5344CB8AC3E}">
        <p14:creationId xmlns:p14="http://schemas.microsoft.com/office/powerpoint/2010/main" val="10020239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2026-10-13T10:58:15.0030000Z</dcterms:created>
  <dcterms:modified xsi:type="dcterms:W3CDTF">2026-10-13T10:58:15.0030000Z</dcterms:modified>
</coreProperties>
</file>